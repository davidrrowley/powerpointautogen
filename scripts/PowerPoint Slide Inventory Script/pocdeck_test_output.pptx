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PoC slide generation can preserve narrative clarity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PoC slide creation introduces inconsistency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Narrative structure varies between engagements</a:t>
            </a:r>
          </a:p>
          <a:p>
            <a:pPr/>
            <a:r>
              <a:t>Slides often become overly text dense</a:t>
            </a:r>
          </a:p>
          <a:p>
            <a:pPr/>
            <a:r>
              <a:t>Formatting effort distracts from reasoning</a:t>
            </a:r>
          </a:p>
          <a:p>
            <a:pPr/>
            <a:r>
              <a:t>A repeatable structure would improve clarity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must prove both narrative discipline and technical feasibility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t>Can PowerPoint templates be inspected reliably?</a:t>
            </a:r>
          </a:p>
          <a:p>
            <a:pPr/>
            <a:r>
              <a:t>Can layouts be populated deterministically from Python?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Can a PoC narrative arc be expressed as structured data?</a:t>
            </a:r>
          </a:p>
          <a:p>
            <a:pPr/>
            <a:r>
              <a:t>Can titles and bullets be constrained automatically?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