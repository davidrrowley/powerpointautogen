
<file path=[Content_Types].xml><?xml version="1.0" encoding="utf-8"?>
<Types xmlns="http://schemas.openxmlformats.org/package/2006/content-types">
  <Default Extension="emf" ContentType="image/x-emf"/>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5.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autoCompressPictures="0">
  <p:sldMasterIdLst>
    <p:sldMasterId id="2147483891" r:id="rId1"/>
  </p:sldMasterIdLst>
  <p:notesMasterIdLst>
    <p:notesMasterId r:id="rId94"/>
  </p:notesMasterIdLst>
  <p:handoutMasterIdLst>
    <p:handoutMasterId r:id="rId95"/>
  </p:handout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 id="283" r:id="rId36"/>
    <p:sldId id="284" r:id="rId37"/>
    <p:sldId id="285" r:id="rId38"/>
    <p:sldId id="286" r:id="rId39"/>
    <p:sldId id="287" r:id="rId40"/>
    <p:sldId id="288" r:id="rId41"/>
    <p:sldId id="289" r:id="rId42"/>
    <p:sldId id="290" r:id="rId43"/>
    <p:sldId id="291" r:id="rId44"/>
    <p:sldId id="292" r:id="rId45"/>
    <p:sldId id="293" r:id="rId46"/>
    <p:sldId id="294" r:id="rId47"/>
    <p:sldId id="295" r:id="rId48"/>
    <p:sldId id="296" r:id="rId49"/>
    <p:sldId id="297" r:id="rId50"/>
  </p:sldIdLst>
  <p:sldSz cx="9144000" cy="5143500" type="screen16x9"/>
  <p:notesSz cx="6858000" cy="9144000"/>
  <p:defaultTextStyle>
    <a:defPPr>
      <a:defRPr lang="en-US"/>
    </a:defPPr>
    <a:lvl1pPr marL="0" algn="l" defTabSz="685983" rtl="0" eaLnBrk="1" latinLnBrk="0" hangingPunct="1">
      <a:defRPr sz="1350" kern="1200">
        <a:solidFill>
          <a:schemeClr val="tx1"/>
        </a:solidFill>
        <a:latin typeface="+mn-lt"/>
        <a:ea typeface="+mn-ea"/>
        <a:cs typeface="+mn-cs"/>
      </a:defRPr>
    </a:lvl1pPr>
    <a:lvl2pPr marL="342991" algn="l" defTabSz="685983" rtl="0" eaLnBrk="1" latinLnBrk="0" hangingPunct="1">
      <a:defRPr sz="1350" kern="1200">
        <a:solidFill>
          <a:schemeClr val="tx1"/>
        </a:solidFill>
        <a:latin typeface="+mn-lt"/>
        <a:ea typeface="+mn-ea"/>
        <a:cs typeface="+mn-cs"/>
      </a:defRPr>
    </a:lvl2pPr>
    <a:lvl3pPr marL="685983" algn="l" defTabSz="685983" rtl="0" eaLnBrk="1" latinLnBrk="0" hangingPunct="1">
      <a:defRPr sz="1350" kern="1200">
        <a:solidFill>
          <a:schemeClr val="tx1"/>
        </a:solidFill>
        <a:latin typeface="+mn-lt"/>
        <a:ea typeface="+mn-ea"/>
        <a:cs typeface="+mn-cs"/>
      </a:defRPr>
    </a:lvl3pPr>
    <a:lvl4pPr marL="1028974" algn="l" defTabSz="685983" rtl="0" eaLnBrk="1" latinLnBrk="0" hangingPunct="1">
      <a:defRPr sz="1350" kern="1200">
        <a:solidFill>
          <a:schemeClr val="tx1"/>
        </a:solidFill>
        <a:latin typeface="+mn-lt"/>
        <a:ea typeface="+mn-ea"/>
        <a:cs typeface="+mn-cs"/>
      </a:defRPr>
    </a:lvl4pPr>
    <a:lvl5pPr marL="1371966" algn="l" defTabSz="685983" rtl="0" eaLnBrk="1" latinLnBrk="0" hangingPunct="1">
      <a:defRPr sz="1350" kern="1200">
        <a:solidFill>
          <a:schemeClr val="tx1"/>
        </a:solidFill>
        <a:latin typeface="+mn-lt"/>
        <a:ea typeface="+mn-ea"/>
        <a:cs typeface="+mn-cs"/>
      </a:defRPr>
    </a:lvl5pPr>
    <a:lvl6pPr marL="1714957" algn="l" defTabSz="685983" rtl="0" eaLnBrk="1" latinLnBrk="0" hangingPunct="1">
      <a:defRPr sz="1350" kern="1200">
        <a:solidFill>
          <a:schemeClr val="tx1"/>
        </a:solidFill>
        <a:latin typeface="+mn-lt"/>
        <a:ea typeface="+mn-ea"/>
        <a:cs typeface="+mn-cs"/>
      </a:defRPr>
    </a:lvl6pPr>
    <a:lvl7pPr marL="2057949" algn="l" defTabSz="685983" rtl="0" eaLnBrk="1" latinLnBrk="0" hangingPunct="1">
      <a:defRPr sz="1350" kern="1200">
        <a:solidFill>
          <a:schemeClr val="tx1"/>
        </a:solidFill>
        <a:latin typeface="+mn-lt"/>
        <a:ea typeface="+mn-ea"/>
        <a:cs typeface="+mn-cs"/>
      </a:defRPr>
    </a:lvl7pPr>
    <a:lvl8pPr marL="2400940" algn="l" defTabSz="685983" rtl="0" eaLnBrk="1" latinLnBrk="0" hangingPunct="1">
      <a:defRPr sz="1350" kern="1200">
        <a:solidFill>
          <a:schemeClr val="tx1"/>
        </a:solidFill>
        <a:latin typeface="+mn-lt"/>
        <a:ea typeface="+mn-ea"/>
        <a:cs typeface="+mn-cs"/>
      </a:defRPr>
    </a:lvl8pPr>
    <a:lvl9pPr marL="2743932" algn="l" defTabSz="685983" rtl="0" eaLnBrk="1" latinLnBrk="0" hangingPunct="1">
      <a:defRPr sz="1350" kern="1200">
        <a:solidFill>
          <a:schemeClr val="tx1"/>
        </a:solidFill>
        <a:latin typeface="+mn-lt"/>
        <a:ea typeface="+mn-ea"/>
        <a:cs typeface="+mn-cs"/>
      </a:defRPr>
    </a:lvl9pPr>
  </p:defaultTextStyle>
  <p:extLst>
    <p:ext uri="{521415D9-36F7-43E2-AB2F-B90AF26B5E84}">
      <p14:sectionLst xmlns:p14="http://schemas.microsoft.com/office/powerpoint/2010/main">
        <p14:section name="Instructions" id="{672E31BB-9F53-944C-AFF7-1F240E61BE18}">
          <p14:sldIdLst>
            <p14:sldId id="262"/>
            <p14:sldId id="256"/>
            <p14:sldId id="258"/>
            <p14:sldId id="336"/>
            <p14:sldId id="360"/>
            <p14:sldId id="261"/>
            <p14:sldId id="349"/>
            <p14:sldId id="265"/>
            <p14:sldId id="257"/>
            <p14:sldId id="266"/>
            <p14:sldId id="264"/>
          </p14:sldIdLst>
        </p14:section>
        <p14:section name="Covers and front matter designs" id="{591A3328-AB40-EB40-8371-0BE8997D5ECA}">
          <p14:sldIdLst>
            <p14:sldId id="269"/>
            <p14:sldId id="383"/>
            <p14:sldId id="386"/>
            <p14:sldId id="387"/>
            <p14:sldId id="388"/>
            <p14:sldId id="389"/>
            <p14:sldId id="361"/>
            <p14:sldId id="363"/>
            <p14:sldId id="362"/>
            <p14:sldId id="275"/>
            <p14:sldId id="395"/>
            <p14:sldId id="396"/>
            <p14:sldId id="397"/>
            <p14:sldId id="398"/>
            <p14:sldId id="399"/>
            <p14:sldId id="281"/>
            <p14:sldId id="370"/>
            <p14:sldId id="283"/>
            <p14:sldId id="364"/>
            <p14:sldId id="284"/>
            <p14:sldId id="285"/>
          </p14:sldIdLst>
        </p14:section>
        <p14:section name="Sample slides" id="{FE79D234-09B0-7A4C-9C40-866AE14B99F0}">
          <p14:sldIdLst>
            <p14:sldId id="286"/>
            <p14:sldId id="287"/>
            <p14:sldId id="288"/>
            <p14:sldId id="365"/>
            <p14:sldId id="290"/>
            <p14:sldId id="291"/>
            <p14:sldId id="292"/>
            <p14:sldId id="293"/>
            <p14:sldId id="294"/>
            <p14:sldId id="295"/>
            <p14:sldId id="296"/>
            <p14:sldId id="410"/>
            <p14:sldId id="297"/>
            <p14:sldId id="298"/>
            <p14:sldId id="299"/>
            <p14:sldId id="304"/>
            <p14:sldId id="300"/>
            <p14:sldId id="301"/>
            <p14:sldId id="302"/>
            <p14:sldId id="303"/>
            <p14:sldId id="305"/>
            <p14:sldId id="381"/>
            <p14:sldId id="306"/>
            <p14:sldId id="382"/>
            <p14:sldId id="327"/>
            <p14:sldId id="328"/>
            <p14:sldId id="326"/>
            <p14:sldId id="307"/>
            <p14:sldId id="411"/>
            <p14:sldId id="412"/>
            <p14:sldId id="400"/>
            <p14:sldId id="401"/>
            <p14:sldId id="402"/>
            <p14:sldId id="403"/>
            <p14:sldId id="404"/>
            <p14:sldId id="405"/>
            <p14:sldId id="406"/>
            <p14:sldId id="407"/>
            <p14:sldId id="377"/>
            <p14:sldId id="378"/>
            <p14:sldId id="308"/>
          </p14:sldIdLst>
        </p14:section>
        <p14:section name="Sample charts &amp; tables" id="{269F54EE-045D-8D4D-9D1D-F95D304254CD}">
          <p14:sldIdLst>
            <p14:sldId id="356"/>
            <p14:sldId id="310"/>
            <p14:sldId id="357"/>
            <p14:sldId id="342"/>
            <p14:sldId id="313"/>
            <p14:sldId id="316"/>
            <p14:sldId id="369"/>
            <p14:sldId id="318"/>
            <p14:sldId id="358"/>
            <p14:sldId id="359"/>
            <p14:sldId id="314"/>
            <p14:sldId id="347"/>
            <p14:sldId id="338"/>
            <p14:sldId id="339"/>
            <p14:sldId id="322"/>
            <p14:sldId id="323"/>
            <p14:sldId id="325"/>
            <p14:sldId id="324"/>
          </p14:sldIdLst>
        </p14:section>
        <p14:section name="Color palette" id="{65FF3ABE-B9F3-0A45-B4B2-DBFBFD1D9A4D}">
          <p14:sldIdLst>
            <p14:sldId id="368"/>
          </p14:sldIdLst>
        </p14:section>
      </p14:sectionLst>
    </p:ext>
    <p:ext uri="{EFAFB233-063F-42B5-8137-9DF3F51BA10A}">
      <p15:sldGuideLst xmlns:p15="http://schemas.microsoft.com/office/powerpoint/2012/main">
        <p15:guide id="1" orient="horz" pos="162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Zachary Anderson" initials="ZA" lastIdx="26" clrIdx="0">
    <p:extLst>
      <p:ext uri="{19B8F6BF-5375-455C-9EA6-DF929625EA0E}">
        <p15:presenceInfo xmlns:p15="http://schemas.microsoft.com/office/powerpoint/2012/main" userId="S::zanderson@vsapartners.com::b6da4b55-2f36-4779-ba8b-606d779a32e3" providerId="AD"/>
      </p:ext>
    </p:extLst>
  </p:cmAuthor>
  <p:cmAuthor id="2" name="Liz Sadler" initials="LS" lastIdx="36" clrIdx="1">
    <p:extLst>
      <p:ext uri="{19B8F6BF-5375-455C-9EA6-DF929625EA0E}">
        <p15:presenceInfo xmlns:p15="http://schemas.microsoft.com/office/powerpoint/2012/main" userId="Liz Sadler"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0732"/>
    <p:restoredTop sz="96327"/>
  </p:normalViewPr>
  <p:slideViewPr>
    <p:cSldViewPr snapToGrid="0" snapToObjects="1">
      <p:cViewPr varScale="1">
        <p:scale>
          <a:sx n="159" d="100"/>
          <a:sy n="159" d="100"/>
        </p:scale>
        <p:origin x="464" y="184"/>
      </p:cViewPr>
      <p:guideLst>
        <p:guide orient="horz" pos="1620"/>
        <p:guide pos="2880"/>
      </p:guideLst>
    </p:cSldViewPr>
  </p:slideViewPr>
  <p:outlineViewPr>
    <p:cViewPr>
      <p:scale>
        <a:sx n="33" d="100"/>
        <a:sy n="33" d="100"/>
      </p:scale>
      <p:origin x="0" y="-23176"/>
    </p:cViewPr>
  </p:outlineViewPr>
  <p:notesTextViewPr>
    <p:cViewPr>
      <p:scale>
        <a:sx n="1" d="1"/>
        <a:sy n="1" d="1"/>
      </p:scale>
      <p:origin x="0" y="0"/>
    </p:cViewPr>
  </p:notesTextViewPr>
  <p:sorterViewPr>
    <p:cViewPr>
      <p:scale>
        <a:sx n="66" d="100"/>
        <a:sy n="66" d="100"/>
      </p:scale>
      <p:origin x="0" y="0"/>
    </p:cViewPr>
  </p:sorterViewPr>
  <p:notesViewPr>
    <p:cSldViewPr snapToGrid="0" snapToObjects="1">
      <p:cViewPr varScale="1">
        <p:scale>
          <a:sx n="88" d="100"/>
          <a:sy n="88" d="100"/>
        </p:scale>
        <p:origin x="3872" y="17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9" Type="http://schemas.openxmlformats.org/officeDocument/2006/relationships/slide" Target="slides/slide1.xml"/><Relationship Id="rId10" Type="http://schemas.openxmlformats.org/officeDocument/2006/relationships/slide" Target="slides/slide2.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1.xml"/><Relationship Id="rId20" Type="http://schemas.openxmlformats.org/officeDocument/2006/relationships/slide" Target="slides/slide12.xml"/><Relationship Id="rId21" Type="http://schemas.openxmlformats.org/officeDocument/2006/relationships/slide" Target="slides/slide13.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 Id="rId36" Type="http://schemas.openxmlformats.org/officeDocument/2006/relationships/slide" Target="slides/slide28.xml"/><Relationship Id="rId37" Type="http://schemas.openxmlformats.org/officeDocument/2006/relationships/slide" Target="slides/slide29.xml"/><Relationship Id="rId38" Type="http://schemas.openxmlformats.org/officeDocument/2006/relationships/slide" Target="slides/slide30.xml"/><Relationship Id="rId39" Type="http://schemas.openxmlformats.org/officeDocument/2006/relationships/slide" Target="slides/slide31.xml"/><Relationship Id="rId40" Type="http://schemas.openxmlformats.org/officeDocument/2006/relationships/slide" Target="slides/slide32.xml"/><Relationship Id="rId41" Type="http://schemas.openxmlformats.org/officeDocument/2006/relationships/slide" Target="slides/slide33.xml"/><Relationship Id="rId42" Type="http://schemas.openxmlformats.org/officeDocument/2006/relationships/slide" Target="slides/slide34.xml"/><Relationship Id="rId43" Type="http://schemas.openxmlformats.org/officeDocument/2006/relationships/slide" Target="slides/slide35.xml"/><Relationship Id="rId44" Type="http://schemas.openxmlformats.org/officeDocument/2006/relationships/slide" Target="slides/slide36.xml"/><Relationship Id="rId45" Type="http://schemas.openxmlformats.org/officeDocument/2006/relationships/slide" Target="slides/slide37.xml"/><Relationship Id="rId46" Type="http://schemas.openxmlformats.org/officeDocument/2006/relationships/slide" Target="slides/slide38.xml"/><Relationship Id="rId47" Type="http://schemas.openxmlformats.org/officeDocument/2006/relationships/slide" Target="slides/slide39.xml"/><Relationship Id="rId48" Type="http://schemas.openxmlformats.org/officeDocument/2006/relationships/slide" Target="slides/slide40.xml"/><Relationship Id="rId49" Type="http://schemas.openxmlformats.org/officeDocument/2006/relationships/slide" Target="slides/slide41.xml"/><Relationship Id="rId50" Type="http://schemas.openxmlformats.org/officeDocument/2006/relationships/slide" Target="slides/slide42.xml"/><Relationship Id="rId94" Type="http://schemas.openxmlformats.org/officeDocument/2006/relationships/notesMaster" Target="notesMasters/notesMaster1.xml"/><Relationship Id="rId95" Type="http://schemas.openxmlformats.org/officeDocument/2006/relationships/handoutMaster" Target="handoutMasters/handoutMaster1.xml"/><Relationship Id="rId96" Type="http://schemas.openxmlformats.org/officeDocument/2006/relationships/commentAuthors" Target="commentAuthors.xml"/><Relationship Id="rId97" Type="http://schemas.openxmlformats.org/officeDocument/2006/relationships/presProps" Target="presProps.xml"/><Relationship Id="rId98" Type="http://schemas.openxmlformats.org/officeDocument/2006/relationships/viewProps" Target="viewProps.xml"/><Relationship Id="rId99" Type="http://schemas.openxmlformats.org/officeDocument/2006/relationships/theme" Target="theme/theme1.xml"/><Relationship Id="rId100"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5" name="Slide Number Placeholder 4"/>
          <p:cNvSpPr>
            <a:spLocks noGrp="1"/>
          </p:cNvSpPr>
          <p:nvPr>
            <p:ph type="sldNum" sz="quarter" idx="3"/>
          </p:nvPr>
        </p:nvSpPr>
        <p:spPr>
          <a:xfrm>
            <a:off x="219456" y="8705088"/>
            <a:ext cx="338328" cy="228600"/>
          </a:xfrm>
          <a:prstGeom prst="rect">
            <a:avLst/>
          </a:prstGeom>
        </p:spPr>
        <p:txBody>
          <a:bodyPr vert="horz" lIns="0" tIns="0" rIns="0" bIns="0" rtlCol="0" anchor="b"/>
          <a:lstStyle>
            <a:lvl1pPr algn="r">
              <a:defRPr sz="1200"/>
            </a:lvl1pPr>
          </a:lstStyle>
          <a:p>
            <a:pPr algn="l"/>
            <a:fld id="{614B4878-71CB-8F40-B9DD-F26F1F6CA014}" type="slidenum">
              <a:rPr lang="en-US" sz="600" smtClean="0">
                <a:solidFill>
                  <a:schemeClr val="bg1"/>
                </a:solidFill>
                <a:latin typeface="Arial" panose="020B0604020202020204" pitchFamily="34" charset="0"/>
                <a:ea typeface="IBM Plex Sans Light" charset="0"/>
                <a:cs typeface="Arial" panose="020B0604020202020204" pitchFamily="34" charset="0"/>
              </a:rPr>
              <a:pPr algn="l"/>
              <a:t>‹#›</a:t>
            </a:fld>
            <a:endParaRPr lang="en-US" sz="600" dirty="0">
              <a:solidFill>
                <a:schemeClr val="bg1"/>
              </a:solidFill>
              <a:latin typeface="Arial" panose="020B0604020202020204" pitchFamily="34" charset="0"/>
              <a:ea typeface="IBM Plex Sans Light" charset="0"/>
              <a:cs typeface="Arial" panose="020B0604020202020204" pitchFamily="34" charset="0"/>
            </a:endParaRPr>
          </a:p>
        </p:txBody>
      </p:sp>
      <p:sp>
        <p:nvSpPr>
          <p:cNvPr id="4" name="Footer Placeholder 3"/>
          <p:cNvSpPr>
            <a:spLocks noGrp="1"/>
          </p:cNvSpPr>
          <p:nvPr>
            <p:ph type="ftr" sz="quarter" idx="2"/>
          </p:nvPr>
        </p:nvSpPr>
        <p:spPr>
          <a:xfrm>
            <a:off x="630936" y="8705088"/>
            <a:ext cx="3657600" cy="228600"/>
          </a:xfrm>
          <a:prstGeom prst="rect">
            <a:avLst/>
          </a:prstGeom>
        </p:spPr>
        <p:txBody>
          <a:bodyPr vert="horz" lIns="0" tIns="0" rIns="0" bIns="0" rtlCol="0" anchor="b"/>
          <a:lstStyle>
            <a:lvl1pPr algn="l">
              <a:defRPr sz="1200"/>
            </a:lvl1pPr>
          </a:lstStyle>
          <a:p>
            <a:r>
              <a:rPr lang="en-US" sz="600" dirty="0">
                <a:solidFill>
                  <a:schemeClr val="bg1"/>
                </a:solidFill>
                <a:latin typeface="Arial" panose="020B0604020202020204" pitchFamily="34" charset="0"/>
                <a:ea typeface="IBM Plex Sans Light" charset="0"/>
                <a:cs typeface="Arial" panose="020B0604020202020204" pitchFamily="34" charset="0"/>
              </a:rPr>
              <a:t>Group Name / DOC ID / Month XX, 2022 / © 2022 IBM Corporation</a:t>
            </a:r>
          </a:p>
        </p:txBody>
      </p:sp>
    </p:spTree>
    <p:extLst>
      <p:ext uri="{BB962C8B-B14F-4D97-AF65-F5344CB8AC3E}">
        <p14:creationId xmlns:p14="http://schemas.microsoft.com/office/powerpoint/2010/main" val="448027815"/>
      </p:ext>
    </p:extLst>
  </p:cSld>
  <p:clrMap bg1="lt1" tx1="dk1" bg2="lt2" tx2="dk2" accent1="accent1" accent2="accent2" accent3="accent3" accent4="accent4" accent5="accent5" accent6="accent6" hlink="hlink" folHlink="folHlink"/>
  <p:hf hd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4" name="Slide Image Placeholder 3"/>
          <p:cNvSpPr>
            <a:spLocks noGrp="1" noRot="1" noChangeAspect="1"/>
          </p:cNvSpPr>
          <p:nvPr>
            <p:ph type="sldImg" idx="2"/>
          </p:nvPr>
        </p:nvSpPr>
        <p:spPr>
          <a:xfrm>
            <a:off x="1822450" y="228600"/>
            <a:ext cx="3213100" cy="1807369"/>
          </a:xfrm>
          <a:prstGeom prst="rect">
            <a:avLst/>
          </a:prstGeom>
          <a:noFill/>
          <a:ln w="12700">
            <a:solidFill>
              <a:prstClr val="black"/>
            </a:solidFill>
          </a:ln>
        </p:spPr>
        <p:txBody>
          <a:bodyPr vert="horz" lIns="91440" tIns="45720" rIns="91440" bIns="45720" rtlCol="0" anchor="ctr"/>
          <a:lstStyle/>
          <a:p>
            <a:endParaRPr lang="en-US" dirty="0"/>
          </a:p>
        </p:txBody>
      </p:sp>
      <p:sp>
        <p:nvSpPr>
          <p:cNvPr id="8" name="Notes Placeholder 7">
            <a:extLst>
              <a:ext uri="{FF2B5EF4-FFF2-40B4-BE49-F238E27FC236}">
                <a16:creationId xmlns:a16="http://schemas.microsoft.com/office/drawing/2014/main" id="{6ABF5568-9620-E34F-9423-054ABD0598F2}"/>
              </a:ext>
            </a:extLst>
          </p:cNvPr>
          <p:cNvSpPr>
            <a:spLocks noGrp="1"/>
          </p:cNvSpPr>
          <p:nvPr>
            <p:ph type="body" sz="quarter" idx="3"/>
          </p:nvPr>
        </p:nvSpPr>
        <p:spPr>
          <a:xfrm>
            <a:off x="219456" y="2247900"/>
            <a:ext cx="6419088" cy="6159500"/>
          </a:xfrm>
          <a:prstGeom prst="rect">
            <a:avLst/>
          </a:prstGeom>
        </p:spPr>
        <p:txBody>
          <a:bodyPr vert="horz" lIns="0" tIns="0" rIns="0" bIns="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marL="803275" marR="0" lvl="4" indent="-171450" algn="l" defTabSz="914400" rtl="0" eaLnBrk="1" fontAlgn="base" latinLnBrk="0" hangingPunct="1">
              <a:lnSpc>
                <a:spcPct val="100000"/>
              </a:lnSpc>
              <a:spcBef>
                <a:spcPts val="600"/>
              </a:spcBef>
              <a:spcAft>
                <a:spcPct val="0"/>
              </a:spcAft>
              <a:buClr>
                <a:srgbClr val="000000"/>
              </a:buClr>
              <a:buSzTx/>
              <a:buFont typeface="IBM Plex Sans Light" charset="-120"/>
              <a:buChar char="»"/>
              <a:tabLst/>
              <a:defRPr/>
            </a:pPr>
            <a:r>
              <a:rPr kumimoji="0" lang="en-US" sz="1000" b="0" i="0" u="none" strike="noStrike" kern="1200" cap="none" spc="0" normalizeH="0" baseline="0" noProof="0" dirty="0">
                <a:ln>
                  <a:noFill/>
                </a:ln>
                <a:solidFill>
                  <a:srgbClr val="000000"/>
                </a:solidFill>
                <a:effectLst/>
                <a:uLnTx/>
                <a:uFillTx/>
                <a:latin typeface="IBM Plex Sans Light" panose="020B0503050203000203" pitchFamily="34" charset="0"/>
                <a:ea typeface="+mn-ea"/>
                <a:cs typeface="+mn-cs"/>
              </a:rPr>
              <a:t>Fifth level</a:t>
            </a:r>
          </a:p>
        </p:txBody>
      </p:sp>
      <p:sp>
        <p:nvSpPr>
          <p:cNvPr id="7" name="Slide Number Placeholder 6"/>
          <p:cNvSpPr>
            <a:spLocks noGrp="1"/>
          </p:cNvSpPr>
          <p:nvPr>
            <p:ph type="sldNum" sz="quarter" idx="5"/>
          </p:nvPr>
        </p:nvSpPr>
        <p:spPr>
          <a:xfrm>
            <a:off x="219456" y="8705088"/>
            <a:ext cx="338328" cy="228600"/>
          </a:xfrm>
          <a:prstGeom prst="rect">
            <a:avLst/>
          </a:prstGeom>
        </p:spPr>
        <p:txBody>
          <a:bodyPr vert="horz" lIns="0" tIns="0" rIns="0" bIns="0" rtlCol="0" anchor="b"/>
          <a:lstStyle>
            <a:lvl1pPr algn="l">
              <a:defRPr sz="600" b="0" i="0">
                <a:solidFill>
                  <a:schemeClr val="bg1"/>
                </a:solidFill>
                <a:latin typeface="Arial" panose="020B0604020202020204" pitchFamily="34" charset="0"/>
                <a:ea typeface="Arial" panose="020B0604020202020204" pitchFamily="34" charset="0"/>
                <a:cs typeface="Arial" panose="020B0604020202020204" pitchFamily="34" charset="0"/>
              </a:defRPr>
            </a:lvl1pPr>
          </a:lstStyle>
          <a:p>
            <a:fld id="{6E2E38B8-B0B4-AD41-AC6E-B781F46A9FD3}" type="slidenum">
              <a:rPr lang="en-US" smtClean="0"/>
              <a:pPr/>
              <a:t>‹#›</a:t>
            </a:fld>
            <a:endParaRPr lang="en-US" dirty="0"/>
          </a:p>
        </p:txBody>
      </p:sp>
      <p:sp>
        <p:nvSpPr>
          <p:cNvPr id="6" name="Footer Placeholder 5"/>
          <p:cNvSpPr>
            <a:spLocks noGrp="1"/>
          </p:cNvSpPr>
          <p:nvPr>
            <p:ph type="ftr" sz="quarter" idx="4"/>
          </p:nvPr>
        </p:nvSpPr>
        <p:spPr>
          <a:xfrm>
            <a:off x="630936" y="8705088"/>
            <a:ext cx="3657600" cy="228600"/>
          </a:xfrm>
          <a:prstGeom prst="rect">
            <a:avLst/>
          </a:prstGeom>
        </p:spPr>
        <p:txBody>
          <a:bodyPr vert="horz" lIns="0" tIns="0" rIns="0" bIns="0" rtlCol="0" anchor="b"/>
          <a:lstStyle>
            <a:lvl1pPr algn="l">
              <a:defRPr sz="600" b="0" i="0">
                <a:solidFill>
                  <a:schemeClr val="bg1"/>
                </a:solidFill>
                <a:latin typeface="Arial" panose="020B0604020202020204" pitchFamily="34" charset="0"/>
                <a:ea typeface="Arial" panose="020B0604020202020204" pitchFamily="34" charset="0"/>
                <a:cs typeface="Arial" panose="020B0604020202020204" pitchFamily="34" charset="0"/>
              </a:defRPr>
            </a:lvl1pPr>
          </a:lstStyle>
          <a:p>
            <a:r>
              <a:rPr lang="en-US" dirty="0"/>
              <a:t>Group Name / DOC ID / Month XX, 2022 / © 2022 IBM Corporation</a:t>
            </a:r>
          </a:p>
        </p:txBody>
      </p:sp>
    </p:spTree>
    <p:extLst>
      <p:ext uri="{BB962C8B-B14F-4D97-AF65-F5344CB8AC3E}">
        <p14:creationId xmlns:p14="http://schemas.microsoft.com/office/powerpoint/2010/main" val="791598581"/>
      </p:ext>
    </p:extLst>
  </p:cSld>
  <p:clrMap bg1="lt1" tx1="dk1" bg2="lt2" tx2="dk2" accent1="accent1" accent2="accent2" accent3="accent3" accent4="accent4" accent5="accent5" accent6="accent6" hlink="hlink" folHlink="folHlink"/>
  <p:hf hdr="0" dt="0"/>
  <p:notesStyle>
    <a:lvl1pPr marL="0" algn="l" defTabSz="914400" rtl="0" eaLnBrk="1" latinLnBrk="0" hangingPunct="1">
      <a:spcBef>
        <a:spcPts val="600"/>
      </a:spcBef>
      <a:defRPr sz="1000" b="0" i="0" kern="1200">
        <a:solidFill>
          <a:schemeClr val="bg1"/>
        </a:solidFill>
        <a:latin typeface="Arial" panose="020B0604020202020204" pitchFamily="34" charset="0"/>
        <a:ea typeface="+mn-ea"/>
        <a:cs typeface="+mn-cs"/>
      </a:defRPr>
    </a:lvl1pPr>
    <a:lvl2pPr marL="174625" indent="-169863" algn="l" defTabSz="914400" rtl="0" eaLnBrk="1" latinLnBrk="0" hangingPunct="1">
      <a:spcBef>
        <a:spcPts val="600"/>
      </a:spcBef>
      <a:buFont typeface="IBM Plex Sans"/>
      <a:buChar char="–"/>
      <a:tabLst/>
      <a:defRPr sz="1000" b="0" i="0" kern="1200">
        <a:solidFill>
          <a:schemeClr val="bg1"/>
        </a:solidFill>
        <a:latin typeface="Arial" panose="020B0604020202020204" pitchFamily="34" charset="0"/>
        <a:ea typeface="+mn-ea"/>
        <a:cs typeface="+mn-cs"/>
      </a:defRPr>
    </a:lvl2pPr>
    <a:lvl3pPr marL="347472" indent="-173736" algn="l" defTabSz="914400" rtl="0" eaLnBrk="1" latinLnBrk="0" hangingPunct="1">
      <a:spcBef>
        <a:spcPts val="600"/>
      </a:spcBef>
      <a:buFont typeface="IBM Plex Sans Light" panose="020B0604020202020204" pitchFamily="34" charset="0"/>
      <a:buChar char="•"/>
      <a:tabLst/>
      <a:defRPr sz="1000" b="0" i="0" kern="1200">
        <a:solidFill>
          <a:schemeClr val="bg1"/>
        </a:solidFill>
        <a:latin typeface="Arial" panose="020B0604020202020204" pitchFamily="34" charset="0"/>
        <a:ea typeface="+mn-ea"/>
        <a:cs typeface="+mn-cs"/>
      </a:defRPr>
    </a:lvl3pPr>
    <a:lvl4pPr marL="630936" indent="-173736" algn="l" defTabSz="914400" rtl="0" eaLnBrk="1" latinLnBrk="0" hangingPunct="1">
      <a:spcBef>
        <a:spcPts val="600"/>
      </a:spcBef>
      <a:buFont typeface="IBM Plex Sans Light"/>
      <a:buChar char="–"/>
      <a:tabLst/>
      <a:defRPr sz="1000" b="0" i="0" kern="1200">
        <a:solidFill>
          <a:schemeClr val="bg1"/>
        </a:solidFill>
        <a:latin typeface="Arial" panose="020B0604020202020204" pitchFamily="34" charset="0"/>
        <a:ea typeface="+mn-ea"/>
        <a:cs typeface="+mn-cs"/>
      </a:defRPr>
    </a:lvl4pPr>
    <a:lvl5pPr marL="174625" marR="0" indent="-169863" algn="l" defTabSz="914400" rtl="0" eaLnBrk="1" fontAlgn="base" latinLnBrk="0" hangingPunct="1">
      <a:lnSpc>
        <a:spcPct val="100000"/>
      </a:lnSpc>
      <a:spcBef>
        <a:spcPts val="600"/>
      </a:spcBef>
      <a:spcAft>
        <a:spcPct val="0"/>
      </a:spcAft>
      <a:buClr>
        <a:srgbClr val="000000"/>
      </a:buClr>
      <a:buSzTx/>
      <a:buFont typeface="IBM Plex Sans Light" charset="-120"/>
      <a:buChar char="»"/>
      <a:tabLst/>
      <a:defRPr sz="1000" b="0" i="0" kern="1200">
        <a:solidFill>
          <a:schemeClr val="bg1"/>
        </a:solidFill>
        <a:latin typeface="IBM Plex Sans Medm" panose="020B0503050203000203"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the NRW DDaT Framework initial proposal. This deck presents IBM Consulting and Stable's joint response, covering our differentiators, capabilities, approach to the Customer Platform and Website Innovation, sustainability, commercial model, and next steps.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Outline the structure of the presentation. Each section will address key aspects of our proposal, from joint delivery strengths to commercial terms and sustainability commitments.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partnership combines IBM's global delivery scale and specialist expertise with Stable's Welsh-based architectural and engineering talent. This blend ensures NRW benefits from both continuity and access to leading practices.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pillars distinguish our approach from typical suppliers. We embed local teams, transfer knowledge proactively, and ensure delivery is governed yet agile, supporting NRW's goals for resilience and sustainable change.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NRW's transformation requires more than resource augmentation. Our blended model leverages local insight and global capability, ensuring both operational continuity and scalable delivery.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Team Wales model is more than subcontracting. Stable is fully integrated, providing local presence and cultural alignment, while IBM brings specialist resources and delivery scale.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IBM's strengths are rooted in delivering complex programmes across public sector and regulated domains. We combine technical depth with proven methods for capability uplift and governance.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specialisms span the full DDaT lifecycle, from service design to cloud engineering and agile delivery. Each area is aligned to NRW's requirements for modernisation and operational resilience.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Governance is structured at multiple levels to ensure strategic alignment, technical consistency, and proactive risk management. This model supports NRW's need for controlled, scalable delivery.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track record demonstrates capability to deliver at scale, including regulated environments and Welsh public sector clients. These outcomes validate our approach and methods.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Discovery is structured to establish a clear roadmap, validate user needs, and ground investment decisions in technical and delivery evidence. Local engagement ensures relevance and continuity.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discovery phase delivers actionable artefacts, aligning platform evolution to NRW's outcomes and ensuring traceability from user needs to investment decisions.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architecture organises NRW's Microsoft estate into cohesive layers, supporting modularity, API-first integration, and incremental modernisation. This structure reduces coupling and supports future change.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principles guide architectural decisions, ensuring scalability, resilience, and compliance. They reinforce separation of concerns and enable NRW to evolve the platform incrementally.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NRW faces three forms of data fragmentation. Our approach resolves these progressively, focusing on identity-led integration and unified customer records.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establish a governed integration framework, resolving identity and data fragmentation through incremental steps. Discovery validates feasibility and readiness before wider 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Risks are managed proactively through structured profiling, governance, and incremental delivery. Organisational adoption and stakeholder engagement are critical to success.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Teams are designed for cross-functional collaboration, combining technical and operational expertise. NRW staff are embedded to accelerate knowledge transfer and build sustainable capability.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Scaling follows a risk-based, phased approach. Early involvement of sustainment resources ensures smooth transition to live operation and long-term platform sustainability.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Security and compliance are integral to design and delivery. Testing is risk-based, and operability is prioritised. Knowledge transfer ensures NRW can sustain and improve services independently.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innovation window is a structured experiment, not a mini-project. It aims to validate changes that improve usability, accessibility, and service outcomes within NRW's constraints.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approach adapts to the nature of each challenge, focusing on evidence generation and disciplined disposal of weak ideas. Stakeholder involvement is continuous.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phase builds on the previous, moving from problem definition to evidence-based decision making. The process is hypothesis-led and supports rapid learning.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Success is measured by evidence, not opinion. The approach ensures only feasible, valuable changes progress, supporting NRW's objectives for user-centred, bilingual, accessible services.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Deliverables are practical and decision-oriented, providing NRW with actionable artefacts and evidence to inform future website improvements.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Risks are managed through structured engagement, early testing, and evidence-led decision making. Assumptions include access to users, analytics, and technical constraints.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Sustainability and social value are integral to our delivery. We leverage cloud efficiencies, support local talent, and actively engage Welsh SMEs and charities.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Stable's commitment to social value is demonstrated through practical actions—internships, charity support, and skills initiatives. These efforts are tracked and reported for transparency.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Performance is monitored through clear metrics and reporting. Commitments are scaled to engagement size, ensuring lasting impact across Wales.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commercial approach provides NRW with flexibility and transparency. Models are selected based on requirement certainty, risk, and delivery needs.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Pricing is structured for clarity and realism. Volume discounts reward sustained engagement, and models adapt to specialist requirements as needed.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innovation fund is governed transparently, ensuring fair access and impact across contributors. Collaborative proposals and periodic reviews maintain trust and value.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steps focus on mobilisation, stakeholder engagement, and alignment on discovery and innovation activities. Early preparation supports smooth delivery initiation.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Contact details for the presentation attendees are provided for follow-up. We welcome questions and further discussion on the proposal.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emf"/></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2.emf"/><Relationship Id="rId4" Type="http://schemas.openxmlformats.org/officeDocument/2006/relationships/image" Target="../media/image4.png"/><Relationship Id="rId5" Type="http://schemas.openxmlformats.org/officeDocument/2006/relationships/image" Target="../media/image5.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2.emf"/><Relationship Id="rId4" Type="http://schemas.openxmlformats.org/officeDocument/2006/relationships/image" Target="../media/image4.png"/><Relationship Id="rId5" Type="http://schemas.openxmlformats.org/officeDocument/2006/relationships/image" Target="../media/image5.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 Id="rId4" Type="http://schemas.openxmlformats.org/officeDocument/2006/relationships/image" Target="../media/image2.emf"/></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 Id="rId3" Type="http://schemas.openxmlformats.org/officeDocument/2006/relationships/image" Target="../media/image1.png"/><Relationship Id="rId4" Type="http://schemas.openxmlformats.org/officeDocument/2006/relationships/image" Target="../media/image2.emf"/></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gif"/></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gif"/></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gif"/></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gif"/></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gif"/></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sv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sv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sv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sv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lvl1pPr>
              <a:defRPr>
                <a:solidFill>
                  <a:srgbClr val="002D9C"/>
                </a:solidFill>
              </a:defRPr>
            </a:lvl1pPr>
          </a:lstStyle>
          <a:p>
            <a:r>
              <a:rPr lang="en-US"/>
              <a:t>Click to edit Master title style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pic>
        <p:nvPicPr>
          <p:cNvPr id="5" name="Picture">
            <a:extLst>
              <a:ext uri="{FF2B5EF4-FFF2-40B4-BE49-F238E27FC236}">
                <a16:creationId xmlns:a16="http://schemas.microsoft.com/office/drawing/2014/main" id="{8F105A4A-9552-334A-9BC6-8D24E7F7BA34}"/>
              </a:ext>
            </a:extLst>
          </p:cNvPr>
          <p:cNvPicPr>
            <a:picLocks noChangeAspect="1"/>
          </p:cNvPicPr>
          <p:nvPr userDrawn="1"/>
        </p:nvPicPr>
        <p:blipFill>
          <a:blip r:embed="rId2"/>
          <a:srcRect/>
          <a:stretch/>
        </p:blipFill>
        <p:spPr>
          <a:xfrm>
            <a:off x="8393813" y="4705253"/>
            <a:ext cx="521587" cy="208108"/>
          </a:xfrm>
          <a:prstGeom prst="rect">
            <a:avLst/>
          </a:prstGeom>
        </p:spPr>
      </p:pic>
      <p:pic>
        <p:nvPicPr>
          <p:cNvPr id="7" name="Picture 6">
            <a:extLst>
              <a:ext uri="{FF2B5EF4-FFF2-40B4-BE49-F238E27FC236}">
                <a16:creationId xmlns:a16="http://schemas.microsoft.com/office/drawing/2014/main" id="{3D766AD5-4616-AD47-BF56-4CF516CAE954}"/>
              </a:ext>
            </a:extLst>
          </p:cNvPr>
          <p:cNvPicPr>
            <a:picLocks noChangeAspect="1"/>
          </p:cNvPicPr>
          <p:nvPr userDrawn="1"/>
        </p:nvPicPr>
        <p:blipFill>
          <a:blip r:embed="rId3"/>
          <a:stretch>
            <a:fillRect/>
          </a:stretch>
        </p:blipFill>
        <p:spPr>
          <a:xfrm>
            <a:off x="238888" y="4766978"/>
            <a:ext cx="1376801" cy="189642"/>
          </a:xfrm>
          <a:prstGeom prst="rect">
            <a:avLst/>
          </a:prstGeom>
        </p:spPr>
      </p:pic>
    </p:spTree>
    <p:extLst>
      <p:ext uri="{BB962C8B-B14F-4D97-AF65-F5344CB8AC3E}">
        <p14:creationId xmlns:p14="http://schemas.microsoft.com/office/powerpoint/2010/main" val="179450474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ver, image 1">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E5294B2E-D14F-AA48-8098-37C0747481A2}"/>
              </a:ext>
            </a:extLst>
          </p:cNvPr>
          <p:cNvPicPr>
            <a:picLocks noChangeAspect="1"/>
          </p:cNvPicPr>
          <p:nvPr userDrawn="1"/>
        </p:nvPicPr>
        <p:blipFill>
          <a:blip r:embed="rId2"/>
          <a:srcRect/>
          <a:stretch/>
        </p:blipFill>
        <p:spPr>
          <a:xfrm>
            <a:off x="5226" y="457"/>
            <a:ext cx="9133548" cy="5142585"/>
          </a:xfrm>
          <a:prstGeom prst="rect">
            <a:avLst/>
          </a:prstGeom>
        </p:spPr>
      </p:pic>
      <p:sp>
        <p:nvSpPr>
          <p:cNvPr id="2" name="Title"/>
          <p:cNvSpPr>
            <a:spLocks noGrp="1"/>
          </p:cNvSpPr>
          <p:nvPr>
            <p:ph type="title"/>
          </p:nvPr>
        </p:nvSpPr>
        <p:spPr/>
        <p:txBody>
          <a:bodyPr/>
          <a:lstStyle>
            <a:lvl1pPr>
              <a:defRPr>
                <a:solidFill>
                  <a:schemeClr val="accent1"/>
                </a:solidFill>
              </a:defRPr>
            </a:lvl1pPr>
          </a:lstStyle>
          <a:p>
            <a:r>
              <a:rPr lang="en-US"/>
              <a:t>Click to edit Master title style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pic>
        <p:nvPicPr>
          <p:cNvPr id="7" name="Picture 6">
            <a:extLst>
              <a:ext uri="{FF2B5EF4-FFF2-40B4-BE49-F238E27FC236}">
                <a16:creationId xmlns:a16="http://schemas.microsoft.com/office/drawing/2014/main" id="{26AFBEF0-43ED-3247-83DD-DC66028EC0CB}"/>
              </a:ext>
            </a:extLst>
          </p:cNvPr>
          <p:cNvPicPr>
            <a:picLocks noChangeAspect="1"/>
          </p:cNvPicPr>
          <p:nvPr userDrawn="1"/>
        </p:nvPicPr>
        <p:blipFill>
          <a:blip r:embed="rId3"/>
          <a:stretch>
            <a:fillRect/>
          </a:stretch>
        </p:blipFill>
        <p:spPr>
          <a:xfrm>
            <a:off x="238888" y="4766978"/>
            <a:ext cx="1376801" cy="189642"/>
          </a:xfrm>
          <a:prstGeom prst="rect">
            <a:avLst/>
          </a:prstGeom>
        </p:spPr>
      </p:pic>
      <p:pic>
        <p:nvPicPr>
          <p:cNvPr id="9" name="Graphic 8">
            <a:extLst>
              <a:ext uri="{FF2B5EF4-FFF2-40B4-BE49-F238E27FC236}">
                <a16:creationId xmlns:a16="http://schemas.microsoft.com/office/drawing/2014/main" id="{6C84EB7A-8D89-4847-A981-950437F1385B}"/>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8459756" y="4020192"/>
            <a:ext cx="684924" cy="1095192"/>
          </a:xfrm>
          <a:prstGeom prst="rect">
            <a:avLst/>
          </a:prstGeom>
        </p:spPr>
      </p:pic>
    </p:spTree>
    <p:extLst>
      <p:ext uri="{BB962C8B-B14F-4D97-AF65-F5344CB8AC3E}">
        <p14:creationId xmlns:p14="http://schemas.microsoft.com/office/powerpoint/2010/main" val="154897744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ver, image 2">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E5294B2E-D14F-AA48-8098-37C0747481A2}"/>
              </a:ext>
            </a:extLst>
          </p:cNvPr>
          <p:cNvPicPr>
            <a:picLocks noChangeAspect="1"/>
          </p:cNvPicPr>
          <p:nvPr userDrawn="1"/>
        </p:nvPicPr>
        <p:blipFill>
          <a:blip r:embed="rId2"/>
          <a:srcRect/>
          <a:stretch/>
        </p:blipFill>
        <p:spPr>
          <a:xfrm>
            <a:off x="5226" y="457"/>
            <a:ext cx="9133548" cy="5142584"/>
          </a:xfrm>
          <a:prstGeom prst="rect">
            <a:avLst/>
          </a:prstGeom>
        </p:spPr>
      </p:pic>
      <p:sp>
        <p:nvSpPr>
          <p:cNvPr id="2" name="Title"/>
          <p:cNvSpPr>
            <a:spLocks noGrp="1"/>
          </p:cNvSpPr>
          <p:nvPr>
            <p:ph type="title"/>
          </p:nvPr>
        </p:nvSpPr>
        <p:spPr/>
        <p:txBody>
          <a:bodyPr/>
          <a:lstStyle>
            <a:lvl1pPr>
              <a:defRPr>
                <a:solidFill>
                  <a:schemeClr val="accent1"/>
                </a:solidFill>
              </a:defRPr>
            </a:lvl1pPr>
          </a:lstStyle>
          <a:p>
            <a:r>
              <a:rPr lang="en-US"/>
              <a:t>Click to edit Master title style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pic>
        <p:nvPicPr>
          <p:cNvPr id="6" name="Picture 5">
            <a:extLst>
              <a:ext uri="{FF2B5EF4-FFF2-40B4-BE49-F238E27FC236}">
                <a16:creationId xmlns:a16="http://schemas.microsoft.com/office/drawing/2014/main" id="{9B2852DC-D56D-D74A-8D1A-E2957BA8F741}"/>
              </a:ext>
            </a:extLst>
          </p:cNvPr>
          <p:cNvPicPr>
            <a:picLocks noChangeAspect="1"/>
          </p:cNvPicPr>
          <p:nvPr userDrawn="1"/>
        </p:nvPicPr>
        <p:blipFill>
          <a:blip r:embed="rId3"/>
          <a:stretch>
            <a:fillRect/>
          </a:stretch>
        </p:blipFill>
        <p:spPr>
          <a:xfrm>
            <a:off x="238888" y="4766978"/>
            <a:ext cx="1376801" cy="189642"/>
          </a:xfrm>
          <a:prstGeom prst="rect">
            <a:avLst/>
          </a:prstGeom>
        </p:spPr>
      </p:pic>
      <p:pic>
        <p:nvPicPr>
          <p:cNvPr id="7" name="Graphic 6">
            <a:extLst>
              <a:ext uri="{FF2B5EF4-FFF2-40B4-BE49-F238E27FC236}">
                <a16:creationId xmlns:a16="http://schemas.microsoft.com/office/drawing/2014/main" id="{ECEE8E4C-96B1-AA43-9432-4E6A518DB1B9}"/>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8459756" y="4020192"/>
            <a:ext cx="684924" cy="1095192"/>
          </a:xfrm>
          <a:prstGeom prst="rect">
            <a:avLst/>
          </a:prstGeom>
        </p:spPr>
      </p:pic>
    </p:spTree>
    <p:extLst>
      <p:ext uri="{BB962C8B-B14F-4D97-AF65-F5344CB8AC3E}">
        <p14:creationId xmlns:p14="http://schemas.microsoft.com/office/powerpoint/2010/main" val="37392731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ver, image 7">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E5294B2E-D14F-AA48-8098-37C0747481A2}"/>
              </a:ext>
            </a:extLst>
          </p:cNvPr>
          <p:cNvPicPr>
            <a:picLocks noChangeAspect="1"/>
          </p:cNvPicPr>
          <p:nvPr userDrawn="1"/>
        </p:nvPicPr>
        <p:blipFill>
          <a:blip r:embed="rId2"/>
          <a:srcRect/>
          <a:stretch/>
        </p:blipFill>
        <p:spPr>
          <a:xfrm>
            <a:off x="5227" y="457"/>
            <a:ext cx="9133545" cy="5142583"/>
          </a:xfrm>
          <a:prstGeom prst="rect">
            <a:avLst/>
          </a:prstGeom>
        </p:spPr>
      </p:pic>
      <p:sp>
        <p:nvSpPr>
          <p:cNvPr id="2" name="Title"/>
          <p:cNvSpPr>
            <a:spLocks noGrp="1"/>
          </p:cNvSpPr>
          <p:nvPr>
            <p:ph type="title"/>
          </p:nvPr>
        </p:nvSpPr>
        <p:spPr/>
        <p:txBody>
          <a:bodyPr/>
          <a:lstStyle>
            <a:lvl1pPr>
              <a:defRPr>
                <a:solidFill>
                  <a:schemeClr val="accent1"/>
                </a:solidFill>
              </a:defRPr>
            </a:lvl1pPr>
          </a:lstStyle>
          <a:p>
            <a:r>
              <a:rPr lang="en-US"/>
              <a:t>Click to edit Master title style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pic>
        <p:nvPicPr>
          <p:cNvPr id="6" name="Picture">
            <a:extLst>
              <a:ext uri="{FF2B5EF4-FFF2-40B4-BE49-F238E27FC236}">
                <a16:creationId xmlns:a16="http://schemas.microsoft.com/office/drawing/2014/main" id="{30DC9BF6-7093-1544-9101-FC7B73CE9A92}"/>
              </a:ext>
            </a:extLst>
          </p:cNvPr>
          <p:cNvPicPr>
            <a:picLocks noChangeAspect="1"/>
          </p:cNvPicPr>
          <p:nvPr userDrawn="1"/>
        </p:nvPicPr>
        <p:blipFill>
          <a:blip r:embed="rId3"/>
          <a:srcRect/>
          <a:stretch/>
        </p:blipFill>
        <p:spPr>
          <a:xfrm>
            <a:off x="8393813" y="4705253"/>
            <a:ext cx="521587" cy="208108"/>
          </a:xfrm>
          <a:prstGeom prst="rect">
            <a:avLst/>
          </a:prstGeom>
        </p:spPr>
      </p:pic>
      <p:pic>
        <p:nvPicPr>
          <p:cNvPr id="7" name="Picture 6">
            <a:extLst>
              <a:ext uri="{FF2B5EF4-FFF2-40B4-BE49-F238E27FC236}">
                <a16:creationId xmlns:a16="http://schemas.microsoft.com/office/drawing/2014/main" id="{EFB6A17C-AFF6-C640-9555-FFFE815C65AA}"/>
              </a:ext>
            </a:extLst>
          </p:cNvPr>
          <p:cNvPicPr>
            <a:picLocks noChangeAspect="1"/>
          </p:cNvPicPr>
          <p:nvPr userDrawn="1"/>
        </p:nvPicPr>
        <p:blipFill>
          <a:blip r:embed="rId4"/>
          <a:stretch>
            <a:fillRect/>
          </a:stretch>
        </p:blipFill>
        <p:spPr>
          <a:xfrm>
            <a:off x="238888" y="4766978"/>
            <a:ext cx="1376801" cy="189642"/>
          </a:xfrm>
          <a:prstGeom prst="rect">
            <a:avLst/>
          </a:prstGeom>
        </p:spPr>
      </p:pic>
    </p:spTree>
    <p:extLst>
      <p:ext uri="{BB962C8B-B14F-4D97-AF65-F5344CB8AC3E}">
        <p14:creationId xmlns:p14="http://schemas.microsoft.com/office/powerpoint/2010/main" val="324701019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ver, image 8">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E5294B2E-D14F-AA48-8098-37C0747481A2}"/>
              </a:ext>
            </a:extLst>
          </p:cNvPr>
          <p:cNvPicPr>
            <a:picLocks noChangeAspect="1"/>
          </p:cNvPicPr>
          <p:nvPr userDrawn="1"/>
        </p:nvPicPr>
        <p:blipFill>
          <a:blip r:embed="rId2"/>
          <a:srcRect/>
          <a:stretch/>
        </p:blipFill>
        <p:spPr>
          <a:xfrm>
            <a:off x="5227" y="457"/>
            <a:ext cx="9133545" cy="5142582"/>
          </a:xfrm>
          <a:prstGeom prst="rect">
            <a:avLst/>
          </a:prstGeom>
        </p:spPr>
      </p:pic>
      <p:sp>
        <p:nvSpPr>
          <p:cNvPr id="2" name="Title"/>
          <p:cNvSpPr>
            <a:spLocks noGrp="1"/>
          </p:cNvSpPr>
          <p:nvPr>
            <p:ph type="title"/>
          </p:nvPr>
        </p:nvSpPr>
        <p:spPr/>
        <p:txBody>
          <a:bodyPr/>
          <a:lstStyle>
            <a:lvl1pPr>
              <a:defRPr>
                <a:solidFill>
                  <a:schemeClr val="accent1"/>
                </a:solidFill>
              </a:defRPr>
            </a:lvl1pPr>
          </a:lstStyle>
          <a:p>
            <a:r>
              <a:rPr lang="en-US"/>
              <a:t>Click to edit Master title style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pic>
        <p:nvPicPr>
          <p:cNvPr id="6" name="Picture">
            <a:extLst>
              <a:ext uri="{FF2B5EF4-FFF2-40B4-BE49-F238E27FC236}">
                <a16:creationId xmlns:a16="http://schemas.microsoft.com/office/drawing/2014/main" id="{73D7ADEB-1992-754B-AD9C-1F55CD8E8263}"/>
              </a:ext>
            </a:extLst>
          </p:cNvPr>
          <p:cNvPicPr>
            <a:picLocks noChangeAspect="1"/>
          </p:cNvPicPr>
          <p:nvPr userDrawn="1"/>
        </p:nvPicPr>
        <p:blipFill>
          <a:blip r:embed="rId3"/>
          <a:srcRect/>
          <a:stretch/>
        </p:blipFill>
        <p:spPr>
          <a:xfrm>
            <a:off x="8393813" y="4705253"/>
            <a:ext cx="521587" cy="208108"/>
          </a:xfrm>
          <a:prstGeom prst="rect">
            <a:avLst/>
          </a:prstGeom>
        </p:spPr>
      </p:pic>
      <p:pic>
        <p:nvPicPr>
          <p:cNvPr id="7" name="Picture 6">
            <a:extLst>
              <a:ext uri="{FF2B5EF4-FFF2-40B4-BE49-F238E27FC236}">
                <a16:creationId xmlns:a16="http://schemas.microsoft.com/office/drawing/2014/main" id="{BFECEF78-9864-0D48-9AB2-8447ACC853D3}"/>
              </a:ext>
            </a:extLst>
          </p:cNvPr>
          <p:cNvPicPr>
            <a:picLocks noChangeAspect="1"/>
          </p:cNvPicPr>
          <p:nvPr userDrawn="1"/>
        </p:nvPicPr>
        <p:blipFill>
          <a:blip r:embed="rId4"/>
          <a:stretch>
            <a:fillRect/>
          </a:stretch>
        </p:blipFill>
        <p:spPr>
          <a:xfrm>
            <a:off x="238888" y="4766978"/>
            <a:ext cx="1376801" cy="189642"/>
          </a:xfrm>
          <a:prstGeom prst="rect">
            <a:avLst/>
          </a:prstGeom>
        </p:spPr>
      </p:pic>
    </p:spTree>
    <p:extLst>
      <p:ext uri="{BB962C8B-B14F-4D97-AF65-F5344CB8AC3E}">
        <p14:creationId xmlns:p14="http://schemas.microsoft.com/office/powerpoint/2010/main" val="153112530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divider">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lvl1pPr>
              <a:defRPr>
                <a:solidFill>
                  <a:srgbClr val="002D9C"/>
                </a:solidFill>
              </a:defRPr>
            </a:lvl1pPr>
          </a:lstStyle>
          <a:p>
            <a:r>
              <a:rPr lang="en-US"/>
              <a:t>Click to edit Master title style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67007421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divider (with page contents)">
    <p:spTree>
      <p:nvGrpSpPr>
        <p:cNvPr id="1" name=""/>
        <p:cNvGrpSpPr/>
        <p:nvPr/>
      </p:nvGrpSpPr>
      <p:grpSpPr>
        <a:xfrm>
          <a:off x="0" y="0"/>
          <a:ext cx="0" cy="0"/>
          <a:chOff x="0" y="0"/>
          <a:chExt cx="0" cy="0"/>
        </a:xfrm>
      </p:grpSpPr>
      <p:sp>
        <p:nvSpPr>
          <p:cNvPr id="2" name="Title"/>
          <p:cNvSpPr>
            <a:spLocks noGrp="1"/>
          </p:cNvSpPr>
          <p:nvPr>
            <p:ph type="title"/>
          </p:nvPr>
        </p:nvSpPr>
        <p:spPr>
          <a:xfrm>
            <a:off x="210312" y="201168"/>
            <a:ext cx="4142232" cy="800100"/>
          </a:xfrm>
        </p:spPr>
        <p:txBody>
          <a:bodyPr/>
          <a:lstStyle>
            <a:lvl1pPr>
              <a:defRPr>
                <a:solidFill>
                  <a:srgbClr val="002D9C"/>
                </a:solidFill>
              </a:defRPr>
            </a:lvl1pPr>
          </a:lstStyle>
          <a:p>
            <a:r>
              <a:rPr lang="en-US" dirty="0"/>
              <a:t>Click to edit Master title style</a:t>
            </a:r>
          </a:p>
        </p:txBody>
      </p:sp>
      <p:sp>
        <p:nvSpPr>
          <p:cNvPr id="8" name="Text Placeholder 1"/>
          <p:cNvSpPr>
            <a:spLocks noGrp="1"/>
          </p:cNvSpPr>
          <p:nvPr>
            <p:ph type="body" sz="quarter" idx="13"/>
          </p:nvPr>
        </p:nvSpPr>
        <p:spPr>
          <a:xfrm>
            <a:off x="219456" y="1243584"/>
            <a:ext cx="4123944" cy="3252216"/>
          </a:xfrm>
        </p:spPr>
        <p:txBody>
          <a:bodyPr/>
          <a:lstStyle>
            <a:lvl1pPr>
              <a:spcBef>
                <a:spcPts val="0"/>
              </a:spcBef>
              <a:defRPr>
                <a:solidFill>
                  <a:srgbClr val="002D9C"/>
                </a:solidFill>
              </a:defRPr>
            </a:lvl1pPr>
            <a:lvl2pPr marL="0" indent="0">
              <a:spcBef>
                <a:spcPts val="0"/>
              </a:spcBef>
              <a:buNone/>
              <a:defRPr>
                <a:solidFill>
                  <a:srgbClr val="002D9C"/>
                </a:solidFill>
              </a:defRPr>
            </a:lvl2pPr>
            <a:lvl3pPr marL="201615" indent="0">
              <a:buNone/>
              <a:defRPr/>
            </a:lvl3pPr>
            <a:lvl4pPr marL="434981" indent="0">
              <a:buNone/>
              <a:defRPr/>
            </a:lvl4pPr>
            <a:lvl5pPr marL="631833" indent="0">
              <a:buNone/>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Text Placeholder 2"/>
          <p:cNvSpPr>
            <a:spLocks noGrp="1"/>
          </p:cNvSpPr>
          <p:nvPr>
            <p:ph type="body" sz="quarter" idx="12"/>
          </p:nvPr>
        </p:nvSpPr>
        <p:spPr>
          <a:xfrm>
            <a:off x="4791456" y="1243584"/>
            <a:ext cx="4123944" cy="3252216"/>
          </a:xfrm>
        </p:spPr>
        <p:txBody>
          <a:bodyPr/>
          <a:lstStyle>
            <a:lvl1pPr>
              <a:spcBef>
                <a:spcPts val="0"/>
              </a:spcBef>
              <a:defRPr>
                <a:solidFill>
                  <a:srgbClr val="002D9C"/>
                </a:solidFill>
              </a:defRPr>
            </a:lvl1pPr>
            <a:lvl2pPr marL="0" indent="0">
              <a:spcBef>
                <a:spcPts val="0"/>
              </a:spcBef>
              <a:buNone/>
              <a:defRPr>
                <a:solidFill>
                  <a:srgbClr val="002D9C"/>
                </a:solidFill>
              </a:defRPr>
            </a:lvl2pPr>
            <a:lvl3pPr marL="201615" indent="0">
              <a:buNone/>
              <a:defRPr/>
            </a:lvl3pPr>
            <a:lvl4pPr marL="434981" indent="0">
              <a:buNone/>
              <a:defRPr/>
            </a:lvl4pPr>
            <a:lvl5pPr marL="631833" indent="0">
              <a:buNone/>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15853906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fact, number">
    <p:spTree>
      <p:nvGrpSpPr>
        <p:cNvPr id="1" name=""/>
        <p:cNvGrpSpPr/>
        <p:nvPr/>
      </p:nvGrpSpPr>
      <p:grpSpPr>
        <a:xfrm>
          <a:off x="0" y="0"/>
          <a:ext cx="0" cy="0"/>
          <a:chOff x="0" y="0"/>
          <a:chExt cx="0" cy="0"/>
        </a:xfrm>
      </p:grpSpPr>
      <p:sp>
        <p:nvSpPr>
          <p:cNvPr id="2" name="Title"/>
          <p:cNvSpPr>
            <a:spLocks noGrp="1"/>
          </p:cNvSpPr>
          <p:nvPr>
            <p:ph type="title"/>
          </p:nvPr>
        </p:nvSpPr>
        <p:spPr>
          <a:xfrm>
            <a:off x="219456" y="219456"/>
            <a:ext cx="4133088" cy="804672"/>
          </a:xfrm>
        </p:spPr>
        <p:txBody>
          <a:bodyPr/>
          <a:lstStyle>
            <a:lvl1pPr>
              <a:defRPr sz="1600">
                <a:solidFill>
                  <a:srgbClr val="002D9C"/>
                </a:solidFill>
              </a:defRPr>
            </a:lvl1pPr>
          </a:lstStyle>
          <a:p>
            <a:r>
              <a:rPr lang="en-US" dirty="0"/>
              <a:t>Click to edit Master title style</a:t>
            </a:r>
          </a:p>
        </p:txBody>
      </p:sp>
      <p:sp>
        <p:nvSpPr>
          <p:cNvPr id="6" name="Text Placeholder"/>
          <p:cNvSpPr>
            <a:spLocks noGrp="1"/>
          </p:cNvSpPr>
          <p:nvPr>
            <p:ph type="body" sz="quarter" idx="12"/>
          </p:nvPr>
        </p:nvSpPr>
        <p:spPr>
          <a:xfrm>
            <a:off x="137160" y="1133856"/>
            <a:ext cx="4206240" cy="3361944"/>
          </a:xfrm>
        </p:spPr>
        <p:txBody>
          <a:bodyPr/>
          <a:lstStyle>
            <a:lvl1pPr>
              <a:lnSpc>
                <a:spcPct val="90000"/>
              </a:lnSpc>
              <a:defRPr sz="9600" b="0" i="0">
                <a:solidFill>
                  <a:srgbClr val="002D9C"/>
                </a:solidFill>
                <a:latin typeface="Arial" panose="020B0604020202020204" pitchFamily="34" charset="0"/>
              </a:defRPr>
            </a:lvl1pPr>
          </a:lstStyle>
          <a:p>
            <a:pPr lvl="0"/>
            <a:r>
              <a:rPr lang="en-US"/>
              <a:t>Click to edit Master text styles</a:t>
            </a:r>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157260512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fact, number, half-image (bleeds)">
    <p:spTree>
      <p:nvGrpSpPr>
        <p:cNvPr id="1" name=""/>
        <p:cNvGrpSpPr/>
        <p:nvPr/>
      </p:nvGrpSpPr>
      <p:grpSpPr>
        <a:xfrm>
          <a:off x="0" y="0"/>
          <a:ext cx="0" cy="0"/>
          <a:chOff x="0" y="0"/>
          <a:chExt cx="0" cy="0"/>
        </a:xfrm>
      </p:grpSpPr>
      <p:sp>
        <p:nvSpPr>
          <p:cNvPr id="2" name="Title"/>
          <p:cNvSpPr>
            <a:spLocks noGrp="1"/>
          </p:cNvSpPr>
          <p:nvPr>
            <p:ph type="title"/>
          </p:nvPr>
        </p:nvSpPr>
        <p:spPr>
          <a:xfrm>
            <a:off x="219456" y="219456"/>
            <a:ext cx="4133088" cy="804672"/>
          </a:xfrm>
        </p:spPr>
        <p:txBody>
          <a:bodyPr/>
          <a:lstStyle>
            <a:lvl1pPr>
              <a:defRPr sz="1600" b="0" i="0">
                <a:solidFill>
                  <a:srgbClr val="002D9C"/>
                </a:solidFill>
                <a:latin typeface="Arial" panose="020B0604020202020204" pitchFamily="34" charset="0"/>
              </a:defRPr>
            </a:lvl1pPr>
          </a:lstStyle>
          <a:p>
            <a:r>
              <a:rPr lang="en-US" dirty="0"/>
              <a:t>Click to edit Master title style</a:t>
            </a:r>
          </a:p>
        </p:txBody>
      </p:sp>
      <p:sp>
        <p:nvSpPr>
          <p:cNvPr id="6" name="Text Placeholder"/>
          <p:cNvSpPr>
            <a:spLocks noGrp="1"/>
          </p:cNvSpPr>
          <p:nvPr>
            <p:ph type="body" sz="quarter" idx="12"/>
          </p:nvPr>
        </p:nvSpPr>
        <p:spPr>
          <a:xfrm>
            <a:off x="137160" y="1133856"/>
            <a:ext cx="4206240" cy="3361944"/>
          </a:xfrm>
        </p:spPr>
        <p:txBody>
          <a:bodyPr/>
          <a:lstStyle>
            <a:lvl1pPr>
              <a:lnSpc>
                <a:spcPct val="90000"/>
              </a:lnSpc>
              <a:defRPr sz="9600" b="0" i="0">
                <a:solidFill>
                  <a:srgbClr val="002D9C"/>
                </a:solidFill>
                <a:latin typeface="Arial" panose="020B0604020202020204" pitchFamily="34" charset="0"/>
              </a:defRPr>
            </a:lvl1pPr>
          </a:lstStyle>
          <a:p>
            <a:pPr lvl="0"/>
            <a:r>
              <a:rPr lang="en-US"/>
              <a:t>Click to edit Master text styles</a:t>
            </a:r>
          </a:p>
        </p:txBody>
      </p:sp>
      <p:sp>
        <p:nvSpPr>
          <p:cNvPr id="7" name="Picture Placeholder"/>
          <p:cNvSpPr>
            <a:spLocks noGrp="1"/>
          </p:cNvSpPr>
          <p:nvPr>
            <p:ph type="pic" sz="quarter" idx="13"/>
          </p:nvPr>
        </p:nvSpPr>
        <p:spPr>
          <a:xfrm>
            <a:off x="4572000" y="0"/>
            <a:ext cx="4572000" cy="5143500"/>
          </a:xfrm>
        </p:spPr>
        <p:txBody>
          <a:bodyPr lIns="91440" tIns="91440" rIns="91440" bIns="91440"/>
          <a:lstStyle>
            <a:lvl1pPr>
              <a:defRPr b="0" i="0" baseline="0">
                <a:solidFill>
                  <a:schemeClr val="tx1"/>
                </a:solidFill>
                <a:latin typeface="Arial" panose="020B0604020202020204" pitchFamily="34" charset="0"/>
              </a:defRPr>
            </a:lvl1pPr>
          </a:lstStyle>
          <a:p>
            <a:r>
              <a:rPr lang="en-US"/>
              <a:t>Click icon to add picture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51315477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big text">
    <p:spTree>
      <p:nvGrpSpPr>
        <p:cNvPr id="1" name=""/>
        <p:cNvGrpSpPr/>
        <p:nvPr/>
      </p:nvGrpSpPr>
      <p:grpSpPr>
        <a:xfrm>
          <a:off x="0" y="0"/>
          <a:ext cx="0" cy="0"/>
          <a:chOff x="0" y="0"/>
          <a:chExt cx="0" cy="0"/>
        </a:xfrm>
      </p:grpSpPr>
      <p:sp>
        <p:nvSpPr>
          <p:cNvPr id="2" name="Title"/>
          <p:cNvSpPr>
            <a:spLocks noGrp="1"/>
          </p:cNvSpPr>
          <p:nvPr>
            <p:ph type="title"/>
          </p:nvPr>
        </p:nvSpPr>
        <p:spPr>
          <a:xfrm>
            <a:off x="137161" y="91440"/>
            <a:ext cx="8778172" cy="4404360"/>
          </a:xfrm>
        </p:spPr>
        <p:txBody>
          <a:bodyPr/>
          <a:lstStyle>
            <a:lvl1pPr>
              <a:defRPr sz="9600" b="0" i="0">
                <a:solidFill>
                  <a:srgbClr val="002D9C"/>
                </a:solidFill>
                <a:latin typeface="Arial" panose="020B0604020202020204" pitchFamily="34" charset="0"/>
              </a:defRPr>
            </a:lvl1pPr>
          </a:lstStyle>
          <a:p>
            <a:r>
              <a:rPr lang="en-US" dirty="0"/>
              <a:t>Click to edit Master title style</a:t>
            </a:r>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45127635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sp>
        <p:nvSpPr>
          <p:cNvPr id="2" name="Title"/>
          <p:cNvSpPr>
            <a:spLocks noGrp="1"/>
          </p:cNvSpPr>
          <p:nvPr>
            <p:ph type="title"/>
          </p:nvPr>
        </p:nvSpPr>
        <p:spPr>
          <a:xfrm>
            <a:off x="210313" y="201168"/>
            <a:ext cx="5562535" cy="4294632"/>
          </a:xfrm>
        </p:spPr>
        <p:txBody>
          <a:bodyPr/>
          <a:lstStyle>
            <a:lvl1pPr>
              <a:defRPr>
                <a:solidFill>
                  <a:srgbClr val="002D9C"/>
                </a:solidFill>
              </a:defRPr>
            </a:lvl1pPr>
          </a:lstStyle>
          <a:p>
            <a:r>
              <a:rPr lang="en-US" dirty="0"/>
              <a:t>Click to edit Master title style</a:t>
            </a:r>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152374287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le, text">
    <p:spTree>
      <p:nvGrpSpPr>
        <p:cNvPr id="1" name=""/>
        <p:cNvGrpSpPr/>
        <p:nvPr/>
      </p:nvGrpSpPr>
      <p:grpSpPr>
        <a:xfrm>
          <a:off x="0" y="0"/>
          <a:ext cx="0" cy="0"/>
          <a:chOff x="0" y="0"/>
          <a:chExt cx="0" cy="0"/>
        </a:xfrm>
      </p:grpSpPr>
      <p:sp>
        <p:nvSpPr>
          <p:cNvPr id="2" name="Title"/>
          <p:cNvSpPr>
            <a:spLocks noGrp="1"/>
          </p:cNvSpPr>
          <p:nvPr>
            <p:ph type="title"/>
          </p:nvPr>
        </p:nvSpPr>
        <p:spPr>
          <a:xfrm>
            <a:off x="210312" y="201168"/>
            <a:ext cx="4142232" cy="4294632"/>
          </a:xfrm>
        </p:spPr>
        <p:txBody>
          <a:bodyPr/>
          <a:lstStyle>
            <a:lvl1pPr>
              <a:defRPr>
                <a:solidFill>
                  <a:schemeClr val="tx1"/>
                </a:solidFill>
              </a:defRPr>
            </a:lvl1pPr>
          </a:lstStyle>
          <a:p>
            <a:r>
              <a:rPr lang="en-US"/>
              <a:t>Click to edit Master title style</a:t>
            </a:r>
            <a:endParaRPr lang="en-US" dirty="0"/>
          </a:p>
        </p:txBody>
      </p:sp>
      <p:sp>
        <p:nvSpPr>
          <p:cNvPr id="6" name="Text Placeholder"/>
          <p:cNvSpPr>
            <a:spLocks noGrp="1"/>
          </p:cNvSpPr>
          <p:nvPr>
            <p:ph type="body" sz="quarter" idx="12"/>
          </p:nvPr>
        </p:nvSpPr>
        <p:spPr>
          <a:xfrm>
            <a:off x="4791456" y="201168"/>
            <a:ext cx="4123944" cy="4294632"/>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45813012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text (two columns)">
    <p:spTree>
      <p:nvGrpSpPr>
        <p:cNvPr id="1" name=""/>
        <p:cNvGrpSpPr/>
        <p:nvPr/>
      </p:nvGrpSpPr>
      <p:grpSpPr>
        <a:xfrm>
          <a:off x="0" y="0"/>
          <a:ext cx="0" cy="0"/>
          <a:chOff x="0" y="0"/>
          <a:chExt cx="0" cy="0"/>
        </a:xfrm>
      </p:grpSpPr>
      <p:sp>
        <p:nvSpPr>
          <p:cNvPr id="2" name="Title"/>
          <p:cNvSpPr>
            <a:spLocks noGrp="1"/>
          </p:cNvSpPr>
          <p:nvPr>
            <p:ph type="title"/>
          </p:nvPr>
        </p:nvSpPr>
        <p:spPr>
          <a:xfrm>
            <a:off x="210312" y="201168"/>
            <a:ext cx="4142232" cy="804672"/>
          </a:xfrm>
        </p:spPr>
        <p:txBody>
          <a:bodyPr/>
          <a:lstStyle>
            <a:lvl1pPr>
              <a:defRPr>
                <a:solidFill>
                  <a:schemeClr val="tx1"/>
                </a:solidFill>
              </a:defRPr>
            </a:lvl1pPr>
          </a:lstStyle>
          <a:p>
            <a:r>
              <a:rPr lang="en-US"/>
              <a:t>Click to edit Master title style</a:t>
            </a:r>
            <a:endParaRPr lang="en-US" dirty="0"/>
          </a:p>
        </p:txBody>
      </p:sp>
      <p:sp>
        <p:nvSpPr>
          <p:cNvPr id="8" name="Text Placeholder 1"/>
          <p:cNvSpPr>
            <a:spLocks noGrp="1"/>
          </p:cNvSpPr>
          <p:nvPr>
            <p:ph type="body" sz="quarter" idx="13"/>
          </p:nvPr>
        </p:nvSpPr>
        <p:spPr>
          <a:xfrm>
            <a:off x="219456" y="1243584"/>
            <a:ext cx="4123944" cy="325221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2"/>
          <p:cNvSpPr>
            <a:spLocks noGrp="1"/>
          </p:cNvSpPr>
          <p:nvPr>
            <p:ph type="body" sz="quarter" idx="12"/>
          </p:nvPr>
        </p:nvSpPr>
        <p:spPr>
          <a:xfrm>
            <a:off x="4791457" y="1243584"/>
            <a:ext cx="4123876" cy="325221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154375219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text (two columns, different text sizes)">
    <p:spTree>
      <p:nvGrpSpPr>
        <p:cNvPr id="1" name=""/>
        <p:cNvGrpSpPr/>
        <p:nvPr/>
      </p:nvGrpSpPr>
      <p:grpSpPr>
        <a:xfrm>
          <a:off x="0" y="0"/>
          <a:ext cx="0" cy="0"/>
          <a:chOff x="0" y="0"/>
          <a:chExt cx="0" cy="0"/>
        </a:xfrm>
      </p:grpSpPr>
      <p:sp>
        <p:nvSpPr>
          <p:cNvPr id="2" name="Title"/>
          <p:cNvSpPr>
            <a:spLocks noGrp="1"/>
          </p:cNvSpPr>
          <p:nvPr>
            <p:ph type="title"/>
          </p:nvPr>
        </p:nvSpPr>
        <p:spPr>
          <a:xfrm>
            <a:off x="210312" y="201168"/>
            <a:ext cx="4142232" cy="804672"/>
          </a:xfrm>
        </p:spPr>
        <p:txBody>
          <a:bodyPr/>
          <a:lstStyle>
            <a:lvl1pPr>
              <a:defRPr>
                <a:solidFill>
                  <a:schemeClr val="tx1"/>
                </a:solidFill>
              </a:defRPr>
            </a:lvl1pPr>
          </a:lstStyle>
          <a:p>
            <a:r>
              <a:rPr lang="en-US"/>
              <a:t>Click to edit Master title style</a:t>
            </a:r>
            <a:endParaRPr lang="en-US" dirty="0"/>
          </a:p>
        </p:txBody>
      </p:sp>
      <p:sp>
        <p:nvSpPr>
          <p:cNvPr id="7" name="Content Placeholder"/>
          <p:cNvSpPr>
            <a:spLocks noGrp="1"/>
          </p:cNvSpPr>
          <p:nvPr>
            <p:ph sz="quarter" idx="13"/>
          </p:nvPr>
        </p:nvSpPr>
        <p:spPr>
          <a:xfrm>
            <a:off x="210312" y="1216152"/>
            <a:ext cx="4142232" cy="3279648"/>
          </a:xfrm>
        </p:spPr>
        <p:txBody>
          <a:bodyPr/>
          <a:lstStyle>
            <a:lvl1pPr>
              <a:defRPr sz="2400">
                <a:solidFill>
                  <a:schemeClr val="tx1"/>
                </a:solidFill>
              </a:defRPr>
            </a:lvl1pPr>
          </a:lstStyle>
          <a:p>
            <a:pPr lvl="0"/>
            <a:r>
              <a:rPr lang="en-US"/>
              <a:t>Click to edit Master text styles</a:t>
            </a:r>
          </a:p>
        </p:txBody>
      </p:sp>
      <p:sp>
        <p:nvSpPr>
          <p:cNvPr id="6" name="Text Placeholder"/>
          <p:cNvSpPr>
            <a:spLocks noGrp="1"/>
          </p:cNvSpPr>
          <p:nvPr>
            <p:ph type="body" sz="quarter" idx="12"/>
          </p:nvPr>
        </p:nvSpPr>
        <p:spPr>
          <a:xfrm>
            <a:off x="4791456" y="1243584"/>
            <a:ext cx="4123944" cy="325221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138578560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text (four columns)">
    <p:spTree>
      <p:nvGrpSpPr>
        <p:cNvPr id="1" name=""/>
        <p:cNvGrpSpPr/>
        <p:nvPr/>
      </p:nvGrpSpPr>
      <p:grpSpPr>
        <a:xfrm>
          <a:off x="0" y="0"/>
          <a:ext cx="0" cy="0"/>
          <a:chOff x="0" y="0"/>
          <a:chExt cx="0" cy="0"/>
        </a:xfrm>
      </p:grpSpPr>
      <p:sp>
        <p:nvSpPr>
          <p:cNvPr id="2" name="Title"/>
          <p:cNvSpPr>
            <a:spLocks noGrp="1"/>
          </p:cNvSpPr>
          <p:nvPr>
            <p:ph type="title"/>
          </p:nvPr>
        </p:nvSpPr>
        <p:spPr>
          <a:xfrm>
            <a:off x="210312" y="201168"/>
            <a:ext cx="4142232" cy="804672"/>
          </a:xfrm>
        </p:spPr>
        <p:txBody>
          <a:bodyPr/>
          <a:lstStyle>
            <a:lvl1pPr>
              <a:defRPr>
                <a:solidFill>
                  <a:schemeClr val="tx1"/>
                </a:solidFill>
              </a:defRPr>
            </a:lvl1pPr>
          </a:lstStyle>
          <a:p>
            <a:r>
              <a:rPr lang="en-US"/>
              <a:t>Click to edit Master title style</a:t>
            </a:r>
            <a:endParaRPr lang="en-US" dirty="0"/>
          </a:p>
        </p:txBody>
      </p:sp>
      <p:sp>
        <p:nvSpPr>
          <p:cNvPr id="6" name="Text Placeholder 1"/>
          <p:cNvSpPr>
            <a:spLocks noGrp="1"/>
          </p:cNvSpPr>
          <p:nvPr>
            <p:ph type="body" sz="quarter" idx="12"/>
          </p:nvPr>
        </p:nvSpPr>
        <p:spPr>
          <a:xfrm>
            <a:off x="219456" y="1243584"/>
            <a:ext cx="1837944" cy="325221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
          <p:cNvSpPr>
            <a:spLocks noGrp="1"/>
          </p:cNvSpPr>
          <p:nvPr>
            <p:ph type="body" sz="quarter" idx="13"/>
          </p:nvPr>
        </p:nvSpPr>
        <p:spPr>
          <a:xfrm>
            <a:off x="2505456" y="1243584"/>
            <a:ext cx="1837944" cy="325221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3"/>
          <p:cNvSpPr>
            <a:spLocks noGrp="1"/>
          </p:cNvSpPr>
          <p:nvPr>
            <p:ph type="body" sz="quarter" idx="14"/>
          </p:nvPr>
        </p:nvSpPr>
        <p:spPr>
          <a:xfrm>
            <a:off x="4791456" y="1243584"/>
            <a:ext cx="1837944" cy="325221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4"/>
          <p:cNvSpPr>
            <a:spLocks noGrp="1"/>
          </p:cNvSpPr>
          <p:nvPr>
            <p:ph type="body" sz="quarter" idx="15"/>
          </p:nvPr>
        </p:nvSpPr>
        <p:spPr>
          <a:xfrm>
            <a:off x="7077456" y="1243584"/>
            <a:ext cx="1837944" cy="325221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12726821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text, half-image">
    <p:spTree>
      <p:nvGrpSpPr>
        <p:cNvPr id="1" name=""/>
        <p:cNvGrpSpPr/>
        <p:nvPr/>
      </p:nvGrpSpPr>
      <p:grpSpPr>
        <a:xfrm>
          <a:off x="0" y="0"/>
          <a:ext cx="0" cy="0"/>
          <a:chOff x="0" y="0"/>
          <a:chExt cx="0" cy="0"/>
        </a:xfrm>
      </p:grpSpPr>
      <p:sp>
        <p:nvSpPr>
          <p:cNvPr id="2" name="Title"/>
          <p:cNvSpPr>
            <a:spLocks noGrp="1"/>
          </p:cNvSpPr>
          <p:nvPr>
            <p:ph type="title"/>
          </p:nvPr>
        </p:nvSpPr>
        <p:spPr>
          <a:xfrm>
            <a:off x="210312" y="201168"/>
            <a:ext cx="4142232" cy="804672"/>
          </a:xfrm>
        </p:spPr>
        <p:txBody>
          <a:bodyPr/>
          <a:lstStyle>
            <a:lvl1pPr>
              <a:defRPr>
                <a:solidFill>
                  <a:schemeClr val="tx1"/>
                </a:solidFill>
              </a:defRPr>
            </a:lvl1pPr>
          </a:lstStyle>
          <a:p>
            <a:r>
              <a:rPr lang="en-US"/>
              <a:t>Click to edit Master title style</a:t>
            </a:r>
            <a:endParaRPr lang="en-US" dirty="0"/>
          </a:p>
        </p:txBody>
      </p:sp>
      <p:sp>
        <p:nvSpPr>
          <p:cNvPr id="8" name="Text Placeholder"/>
          <p:cNvSpPr>
            <a:spLocks noGrp="1"/>
          </p:cNvSpPr>
          <p:nvPr>
            <p:ph type="body" sz="quarter" idx="13"/>
          </p:nvPr>
        </p:nvSpPr>
        <p:spPr>
          <a:xfrm>
            <a:off x="219456" y="1243584"/>
            <a:ext cx="4123944" cy="325221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Picture Placeholder"/>
          <p:cNvSpPr>
            <a:spLocks noGrp="1"/>
          </p:cNvSpPr>
          <p:nvPr>
            <p:ph type="pic" sz="quarter" idx="14"/>
          </p:nvPr>
        </p:nvSpPr>
        <p:spPr>
          <a:xfrm>
            <a:off x="4572000" y="0"/>
            <a:ext cx="4572000" cy="5143500"/>
          </a:xfrm>
        </p:spPr>
        <p:txBody>
          <a:bodyPr lIns="91440" tIns="91440" rIns="91440" bIns="91440"/>
          <a:lstStyle>
            <a:lvl1pPr>
              <a:defRPr>
                <a:solidFill>
                  <a:schemeClr val="tx1"/>
                </a:solidFill>
              </a:defRPr>
            </a:lvl1pPr>
          </a:lstStyle>
          <a:p>
            <a:r>
              <a:rPr lang="en-US"/>
              <a:t>Click icon to add picture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136057417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text (two narrow columns)">
    <p:spTree>
      <p:nvGrpSpPr>
        <p:cNvPr id="1" name=""/>
        <p:cNvGrpSpPr/>
        <p:nvPr/>
      </p:nvGrpSpPr>
      <p:grpSpPr>
        <a:xfrm>
          <a:off x="0" y="0"/>
          <a:ext cx="0" cy="0"/>
          <a:chOff x="0" y="0"/>
          <a:chExt cx="0" cy="0"/>
        </a:xfrm>
      </p:grpSpPr>
      <p:sp>
        <p:nvSpPr>
          <p:cNvPr id="2" name="Title"/>
          <p:cNvSpPr>
            <a:spLocks noGrp="1"/>
          </p:cNvSpPr>
          <p:nvPr>
            <p:ph type="title"/>
          </p:nvPr>
        </p:nvSpPr>
        <p:spPr>
          <a:xfrm>
            <a:off x="210312" y="201168"/>
            <a:ext cx="4142232" cy="4294632"/>
          </a:xfrm>
        </p:spPr>
        <p:txBody>
          <a:bodyPr/>
          <a:lstStyle>
            <a:lvl1pPr>
              <a:defRPr>
                <a:solidFill>
                  <a:schemeClr val="tx1"/>
                </a:solidFill>
              </a:defRPr>
            </a:lvl1pPr>
          </a:lstStyle>
          <a:p>
            <a:r>
              <a:rPr lang="en-US"/>
              <a:t>Click to edit Master title style</a:t>
            </a:r>
            <a:endParaRPr lang="en-US" dirty="0"/>
          </a:p>
        </p:txBody>
      </p:sp>
      <p:sp>
        <p:nvSpPr>
          <p:cNvPr id="6" name="Text Placeholder 1"/>
          <p:cNvSpPr>
            <a:spLocks noGrp="1"/>
          </p:cNvSpPr>
          <p:nvPr>
            <p:ph type="body" sz="quarter" idx="12"/>
          </p:nvPr>
        </p:nvSpPr>
        <p:spPr>
          <a:xfrm>
            <a:off x="4791456" y="201168"/>
            <a:ext cx="1837944" cy="4294632"/>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sz="quarter" idx="13"/>
          </p:nvPr>
        </p:nvSpPr>
        <p:spPr>
          <a:xfrm>
            <a:off x="7077456" y="201168"/>
            <a:ext cx="1837944" cy="4294632"/>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12468728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le, text (split background)">
    <p:spTree>
      <p:nvGrpSpPr>
        <p:cNvPr id="1" name=""/>
        <p:cNvGrpSpPr/>
        <p:nvPr/>
      </p:nvGrpSpPr>
      <p:grpSpPr>
        <a:xfrm>
          <a:off x="0" y="0"/>
          <a:ext cx="0" cy="0"/>
          <a:chOff x="0" y="0"/>
          <a:chExt cx="0" cy="0"/>
        </a:xfrm>
      </p:grpSpPr>
      <p:sp>
        <p:nvSpPr>
          <p:cNvPr id="2" name="Title"/>
          <p:cNvSpPr>
            <a:spLocks noGrp="1"/>
          </p:cNvSpPr>
          <p:nvPr>
            <p:ph type="title"/>
          </p:nvPr>
        </p:nvSpPr>
        <p:spPr>
          <a:xfrm>
            <a:off x="210313" y="201168"/>
            <a:ext cx="4142164" cy="4294632"/>
          </a:xfrm>
        </p:spPr>
        <p:txBody>
          <a:bodyPr/>
          <a:lstStyle>
            <a:lvl1pPr>
              <a:defRPr>
                <a:solidFill>
                  <a:schemeClr val="tx1"/>
                </a:solidFill>
              </a:defRPr>
            </a:lvl1pPr>
          </a:lstStyle>
          <a:p>
            <a:r>
              <a:rPr lang="en-US"/>
              <a:t>Click to edit Master title style</a:t>
            </a:r>
            <a:endParaRPr lang="en-US" dirty="0"/>
          </a:p>
        </p:txBody>
      </p:sp>
      <p:sp>
        <p:nvSpPr>
          <p:cNvPr id="7" name="Black rectangle">
            <a:extLst>
              <a:ext uri="{FF2B5EF4-FFF2-40B4-BE49-F238E27FC236}">
                <a16:creationId xmlns:a16="http://schemas.microsoft.com/office/drawing/2014/main" id="{612CE115-19C6-174D-97D1-85AD78D8BEA7}"/>
              </a:ext>
              <a:ext uri="{C183D7F6-B498-43B3-948B-1728B52AA6E4}">
                <adec:decorative xmlns:adec="http://schemas.microsoft.com/office/drawing/2017/decorative" val="1"/>
              </a:ext>
            </a:extLst>
          </p:cNvPr>
          <p:cNvSpPr/>
          <p:nvPr userDrawn="1"/>
        </p:nvSpPr>
        <p:spPr>
          <a:xfrm>
            <a:off x="4572000" y="0"/>
            <a:ext cx="4572000" cy="5143500"/>
          </a:xfrm>
          <a:prstGeom prst="rect">
            <a:avLst/>
          </a:prstGeom>
          <a:solidFill>
            <a:schemeClr val="tx2"/>
          </a:solidFill>
        </p:spPr>
        <p:txBody>
          <a:bodyPr wrap="square" lIns="0" tIns="0" rIns="0" bIns="0" rtlCol="0" anchor="ctr">
            <a:noAutofit/>
          </a:bodyPr>
          <a:lstStyle/>
          <a:p>
            <a:pPr algn="ctr"/>
            <a:endParaRPr lang="en-US" sz="1200" b="0" i="0" dirty="0">
              <a:solidFill>
                <a:schemeClr val="tx1"/>
              </a:solidFill>
              <a:latin typeface="Arial" panose="020B0604020202020204" pitchFamily="34" charset="0"/>
              <a:cs typeface="Arial" panose="020B0604020202020204" pitchFamily="34" charset="0"/>
            </a:endParaRPr>
          </a:p>
        </p:txBody>
      </p:sp>
      <p:sp>
        <p:nvSpPr>
          <p:cNvPr id="6" name="Text Placeholder"/>
          <p:cNvSpPr>
            <a:spLocks noGrp="1"/>
          </p:cNvSpPr>
          <p:nvPr>
            <p:ph type="body" sz="quarter" idx="12"/>
          </p:nvPr>
        </p:nvSpPr>
        <p:spPr>
          <a:xfrm>
            <a:off x="4791456" y="201168"/>
            <a:ext cx="4123944" cy="4294632"/>
          </a:xfrm>
        </p:spPr>
        <p:txBody>
          <a:bodyPr/>
          <a:lstStyle>
            <a:lvl1pPr>
              <a:buClr>
                <a:srgbClr val="001141"/>
              </a:buClr>
              <a:defRPr>
                <a:solidFill>
                  <a:schemeClr val="tx1"/>
                </a:solidFill>
              </a:defRPr>
            </a:lvl1pPr>
            <a:lvl2pPr>
              <a:buClr>
                <a:srgbClr val="001141"/>
              </a:buClr>
              <a:defRPr>
                <a:solidFill>
                  <a:schemeClr val="tx1"/>
                </a:solidFill>
              </a:defRPr>
            </a:lvl2pPr>
            <a:lvl3pPr>
              <a:buClr>
                <a:srgbClr val="001141"/>
              </a:buClr>
              <a:defRPr>
                <a:solidFill>
                  <a:schemeClr val="tx1"/>
                </a:solidFill>
              </a:defRPr>
            </a:lvl3pPr>
            <a:lvl4pPr>
              <a:buClr>
                <a:srgbClr val="001141"/>
              </a:buClr>
              <a:defRPr>
                <a:solidFill>
                  <a:schemeClr val="tx1"/>
                </a:solidFill>
              </a:defRPr>
            </a:lvl4pPr>
            <a:lvl5pPr>
              <a:buClr>
                <a:srgbClr val="001141"/>
              </a:buCl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dirty="0"/>
              <a:t>IBM Consulting / DOC ID / Month XX, 2022 / © 2022 IBM Corporation</a:t>
            </a:r>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4464113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itle, image">
    <p:spTree>
      <p:nvGrpSpPr>
        <p:cNvPr id="1" name=""/>
        <p:cNvGrpSpPr/>
        <p:nvPr/>
      </p:nvGrpSpPr>
      <p:grpSpPr>
        <a:xfrm>
          <a:off x="0" y="0"/>
          <a:ext cx="0" cy="0"/>
          <a:chOff x="0" y="0"/>
          <a:chExt cx="0" cy="0"/>
        </a:xfrm>
      </p:grpSpPr>
      <p:sp>
        <p:nvSpPr>
          <p:cNvPr id="2" name="Title"/>
          <p:cNvSpPr>
            <a:spLocks noGrp="1"/>
          </p:cNvSpPr>
          <p:nvPr>
            <p:ph type="title"/>
          </p:nvPr>
        </p:nvSpPr>
        <p:spPr>
          <a:xfrm>
            <a:off x="210312" y="201168"/>
            <a:ext cx="4142232" cy="4294632"/>
          </a:xfrm>
        </p:spPr>
        <p:txBody>
          <a:bodyPr/>
          <a:lstStyle>
            <a:lvl1pPr>
              <a:defRPr>
                <a:solidFill>
                  <a:schemeClr val="tx1"/>
                </a:solidFill>
              </a:defRPr>
            </a:lvl1pPr>
          </a:lstStyle>
          <a:p>
            <a:r>
              <a:rPr lang="en-US"/>
              <a:t>Click to edit Master title style</a:t>
            </a:r>
            <a:endParaRPr lang="en-US" dirty="0"/>
          </a:p>
        </p:txBody>
      </p:sp>
      <p:sp>
        <p:nvSpPr>
          <p:cNvPr id="7" name="Picture Placeholder"/>
          <p:cNvSpPr>
            <a:spLocks noGrp="1"/>
          </p:cNvSpPr>
          <p:nvPr>
            <p:ph type="pic" sz="quarter" idx="14"/>
          </p:nvPr>
        </p:nvSpPr>
        <p:spPr>
          <a:xfrm>
            <a:off x="4572000" y="0"/>
            <a:ext cx="4572000" cy="5143500"/>
          </a:xfrm>
        </p:spPr>
        <p:txBody>
          <a:bodyPr lIns="91440" tIns="91440" rIns="91440" bIns="91440"/>
          <a:lstStyle>
            <a:lvl1pPr>
              <a:defRPr>
                <a:solidFill>
                  <a:schemeClr val="tx1"/>
                </a:solidFill>
              </a:defRPr>
            </a:lvl1pPr>
          </a:lstStyle>
          <a:p>
            <a:r>
              <a:rPr lang="en-US"/>
              <a:t>Click icon to add picture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90446870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half-blank area">
    <p:spTree>
      <p:nvGrpSpPr>
        <p:cNvPr id="1" name=""/>
        <p:cNvGrpSpPr/>
        <p:nvPr/>
      </p:nvGrpSpPr>
      <p:grpSpPr>
        <a:xfrm>
          <a:off x="0" y="0"/>
          <a:ext cx="0" cy="0"/>
          <a:chOff x="0" y="0"/>
          <a:chExt cx="0" cy="0"/>
        </a:xfrm>
      </p:grpSpPr>
      <p:sp>
        <p:nvSpPr>
          <p:cNvPr id="2" name="Title"/>
          <p:cNvSpPr>
            <a:spLocks noGrp="1"/>
          </p:cNvSpPr>
          <p:nvPr>
            <p:ph type="title"/>
          </p:nvPr>
        </p:nvSpPr>
        <p:spPr>
          <a:xfrm>
            <a:off x="210312" y="201168"/>
            <a:ext cx="4142232" cy="4294632"/>
          </a:xfrm>
        </p:spPr>
        <p:txBody>
          <a:bodyPr/>
          <a:lstStyle>
            <a:lvl1pPr>
              <a:defRPr>
                <a:solidFill>
                  <a:schemeClr val="tx1"/>
                </a:solidFill>
              </a:defRPr>
            </a:lvl1pPr>
          </a:lstStyle>
          <a:p>
            <a:r>
              <a:rPr lang="en-US"/>
              <a:t>Click to edit Master title style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80372318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le, blank">
    <p:spTree>
      <p:nvGrpSpPr>
        <p:cNvPr id="1" name=""/>
        <p:cNvGrpSpPr/>
        <p:nvPr/>
      </p:nvGrpSpPr>
      <p:grpSpPr>
        <a:xfrm>
          <a:off x="0" y="0"/>
          <a:ext cx="0" cy="0"/>
          <a:chOff x="0" y="0"/>
          <a:chExt cx="0" cy="0"/>
        </a:xfrm>
      </p:grpSpPr>
      <p:sp>
        <p:nvSpPr>
          <p:cNvPr id="2" name="Title"/>
          <p:cNvSpPr>
            <a:spLocks noGrp="1"/>
          </p:cNvSpPr>
          <p:nvPr>
            <p:ph type="title"/>
          </p:nvPr>
        </p:nvSpPr>
        <p:spPr>
          <a:xfrm>
            <a:off x="210312" y="201168"/>
            <a:ext cx="4142232" cy="804672"/>
          </a:xfrm>
        </p:spPr>
        <p:txBody>
          <a:bodyPr/>
          <a:lstStyle>
            <a:lvl1pPr>
              <a:defRPr>
                <a:solidFill>
                  <a:schemeClr val="tx1"/>
                </a:solidFill>
              </a:defRPr>
            </a:lvl1pPr>
          </a:lstStyle>
          <a:p>
            <a:r>
              <a:rPr lang="en-US"/>
              <a:t>Click to edit Master title style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7361747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insight, text, boxes">
    <p:spTree>
      <p:nvGrpSpPr>
        <p:cNvPr id="1" name=""/>
        <p:cNvGrpSpPr/>
        <p:nvPr/>
      </p:nvGrpSpPr>
      <p:grpSpPr>
        <a:xfrm>
          <a:off x="0" y="0"/>
          <a:ext cx="0" cy="0"/>
          <a:chOff x="0" y="0"/>
          <a:chExt cx="0" cy="0"/>
        </a:xfrm>
      </p:grpSpPr>
      <p:sp>
        <p:nvSpPr>
          <p:cNvPr id="2" name="Title"/>
          <p:cNvSpPr>
            <a:spLocks noGrp="1"/>
          </p:cNvSpPr>
          <p:nvPr>
            <p:ph type="title"/>
          </p:nvPr>
        </p:nvSpPr>
        <p:spPr>
          <a:xfrm>
            <a:off x="210312" y="201168"/>
            <a:ext cx="4142232" cy="804672"/>
          </a:xfrm>
        </p:spPr>
        <p:txBody>
          <a:bodyPr/>
          <a:lstStyle>
            <a:lvl1pPr>
              <a:defRPr>
                <a:solidFill>
                  <a:schemeClr val="tx1"/>
                </a:solidFill>
              </a:defRPr>
            </a:lvl1pPr>
          </a:lstStyle>
          <a:p>
            <a:r>
              <a:rPr lang="en-US"/>
              <a:t>Click to edit Master title style</a:t>
            </a:r>
            <a:endParaRPr lang="en-US" dirty="0"/>
          </a:p>
        </p:txBody>
      </p:sp>
      <p:sp>
        <p:nvSpPr>
          <p:cNvPr id="8" name="Text Placeholder"/>
          <p:cNvSpPr>
            <a:spLocks noGrp="1"/>
          </p:cNvSpPr>
          <p:nvPr>
            <p:ph type="body" sz="quarter" idx="13"/>
          </p:nvPr>
        </p:nvSpPr>
        <p:spPr>
          <a:xfrm>
            <a:off x="219456" y="1243584"/>
            <a:ext cx="4123944" cy="325221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1"/>
          <p:cNvSpPr>
            <a:spLocks noGrp="1"/>
          </p:cNvSpPr>
          <p:nvPr>
            <p:ph sz="quarter" idx="17"/>
          </p:nvPr>
        </p:nvSpPr>
        <p:spPr>
          <a:xfrm>
            <a:off x="4572000" y="0"/>
            <a:ext cx="2286000" cy="2571750"/>
          </a:xfrm>
          <a:noFill/>
          <a:ln>
            <a:noFill/>
          </a:ln>
        </p:spPr>
        <p:txBody>
          <a:bodyPr lIns="219456" tIns="201168" rIns="228600" bIns="228600"/>
          <a:lstStyle>
            <a:lvl1pPr>
              <a:defRPr b="0" i="0">
                <a:solidFill>
                  <a:schemeClr val="tx1"/>
                </a:solidFill>
                <a:latin typeface="Arial" panose="020B0604020202020204" pitchFamily="34" charset="0"/>
              </a:defRPr>
            </a:lvl1pPr>
          </a:lstStyle>
          <a:p>
            <a:pPr lvl="0"/>
            <a:r>
              <a:rPr lang="en-US"/>
              <a:t>Click to edit Master text styles</a:t>
            </a:r>
          </a:p>
        </p:txBody>
      </p:sp>
      <p:sp>
        <p:nvSpPr>
          <p:cNvPr id="10" name="Content Placeholder 2"/>
          <p:cNvSpPr>
            <a:spLocks noGrp="1"/>
          </p:cNvSpPr>
          <p:nvPr>
            <p:ph sz="quarter" idx="18"/>
          </p:nvPr>
        </p:nvSpPr>
        <p:spPr>
          <a:xfrm>
            <a:off x="6858000" y="0"/>
            <a:ext cx="2286000" cy="2571750"/>
          </a:xfrm>
          <a:noFill/>
          <a:ln>
            <a:noFill/>
          </a:ln>
        </p:spPr>
        <p:txBody>
          <a:bodyPr lIns="219456" tIns="201168" rIns="228600" bIns="228600"/>
          <a:lstStyle>
            <a:lvl1pPr>
              <a:defRPr b="0" i="0">
                <a:solidFill>
                  <a:schemeClr val="tx1"/>
                </a:solidFill>
                <a:latin typeface="Arial" panose="020B0604020202020204" pitchFamily="34" charset="0"/>
              </a:defRPr>
            </a:lvl1pPr>
          </a:lstStyle>
          <a:p>
            <a:pPr lvl="0"/>
            <a:r>
              <a:rPr lang="en-US"/>
              <a:t>Click to edit Master text styles</a:t>
            </a:r>
          </a:p>
        </p:txBody>
      </p:sp>
      <p:sp>
        <p:nvSpPr>
          <p:cNvPr id="12" name="Content Placeholder 3"/>
          <p:cNvSpPr>
            <a:spLocks noGrp="1"/>
          </p:cNvSpPr>
          <p:nvPr>
            <p:ph sz="quarter" idx="19"/>
          </p:nvPr>
        </p:nvSpPr>
        <p:spPr>
          <a:xfrm>
            <a:off x="4572000" y="2570163"/>
            <a:ext cx="4572000" cy="2573337"/>
          </a:xfrm>
          <a:noFill/>
          <a:ln>
            <a:noFill/>
          </a:ln>
        </p:spPr>
        <p:txBody>
          <a:bodyPr lIns="219456" tIns="201168" rIns="228600" bIns="228600"/>
          <a:lstStyle>
            <a:lvl1pPr>
              <a:defRPr b="0" i="0">
                <a:solidFill>
                  <a:schemeClr val="tx1"/>
                </a:solidFill>
                <a:latin typeface="Arial" panose="020B0604020202020204" pitchFamily="34" charset="0"/>
              </a:defRPr>
            </a:lvl1pPr>
          </a:lstStyle>
          <a:p>
            <a:pPr lvl="0"/>
            <a:r>
              <a:rPr lang="en-US"/>
              <a:t>Click to edit Master text styles</a:t>
            </a:r>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cxnSp>
        <p:nvCxnSpPr>
          <p:cNvPr id="11" name="Straight Connector 10">
            <a:extLst>
              <a:ext uri="{FF2B5EF4-FFF2-40B4-BE49-F238E27FC236}">
                <a16:creationId xmlns:a16="http://schemas.microsoft.com/office/drawing/2014/main" id="{C9AF558B-7F9E-D94C-91DC-907B299967CF}"/>
              </a:ext>
            </a:extLst>
          </p:cNvPr>
          <p:cNvCxnSpPr/>
          <p:nvPr userDrawn="1"/>
        </p:nvCxnSpPr>
        <p:spPr bwMode="auto">
          <a:xfrm flipV="1">
            <a:off x="4572000" y="234950"/>
            <a:ext cx="0" cy="4260850"/>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3" name="Straight Connector 12">
            <a:extLst>
              <a:ext uri="{FF2B5EF4-FFF2-40B4-BE49-F238E27FC236}">
                <a16:creationId xmlns:a16="http://schemas.microsoft.com/office/drawing/2014/main" id="{813EAF49-221E-8B43-8D20-D58F4F885163}"/>
              </a:ext>
            </a:extLst>
          </p:cNvPr>
          <p:cNvCxnSpPr>
            <a:cxnSpLocks/>
          </p:cNvCxnSpPr>
          <p:nvPr userDrawn="1"/>
        </p:nvCxnSpPr>
        <p:spPr bwMode="auto">
          <a:xfrm flipV="1">
            <a:off x="6854434" y="234951"/>
            <a:ext cx="0" cy="2116909"/>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4" name="Straight Connector 13">
            <a:extLst>
              <a:ext uri="{FF2B5EF4-FFF2-40B4-BE49-F238E27FC236}">
                <a16:creationId xmlns:a16="http://schemas.microsoft.com/office/drawing/2014/main" id="{BF54D63C-09D4-6A49-B605-D1076B01100F}"/>
              </a:ext>
            </a:extLst>
          </p:cNvPr>
          <p:cNvCxnSpPr>
            <a:cxnSpLocks/>
          </p:cNvCxnSpPr>
          <p:nvPr userDrawn="1"/>
        </p:nvCxnSpPr>
        <p:spPr bwMode="auto">
          <a:xfrm>
            <a:off x="4792362" y="2570163"/>
            <a:ext cx="4114801" cy="0"/>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78280836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boxes (3 med, 2 small)">
    <p:spTree>
      <p:nvGrpSpPr>
        <p:cNvPr id="1" name=""/>
        <p:cNvGrpSpPr/>
        <p:nvPr/>
      </p:nvGrpSpPr>
      <p:grpSpPr>
        <a:xfrm>
          <a:off x="0" y="0"/>
          <a:ext cx="0" cy="0"/>
          <a:chOff x="0" y="0"/>
          <a:chExt cx="0" cy="0"/>
        </a:xfrm>
      </p:grpSpPr>
      <p:sp>
        <p:nvSpPr>
          <p:cNvPr id="2" name="Title"/>
          <p:cNvSpPr>
            <a:spLocks noGrp="1"/>
          </p:cNvSpPr>
          <p:nvPr>
            <p:ph type="title"/>
          </p:nvPr>
        </p:nvSpPr>
        <p:spPr>
          <a:xfrm>
            <a:off x="0" y="-1"/>
            <a:ext cx="4572000" cy="2571751"/>
          </a:xfrm>
          <a:noFill/>
        </p:spPr>
        <p:txBody>
          <a:bodyPr lIns="210312" tIns="201168" rIns="228600" bIns="228600"/>
          <a:lstStyle>
            <a:lvl1pPr>
              <a:defRPr>
                <a:solidFill>
                  <a:schemeClr val="tx1"/>
                </a:solidFill>
              </a:defRPr>
            </a:lvl1pPr>
          </a:lstStyle>
          <a:p>
            <a:r>
              <a:rPr lang="en-US"/>
              <a:t>Click to edit Master title style</a:t>
            </a:r>
            <a:endParaRPr lang="en-US" dirty="0"/>
          </a:p>
        </p:txBody>
      </p:sp>
      <p:sp>
        <p:nvSpPr>
          <p:cNvPr id="6" name="Content Placeholder 1"/>
          <p:cNvSpPr>
            <a:spLocks noGrp="1"/>
          </p:cNvSpPr>
          <p:nvPr>
            <p:ph sz="quarter" idx="17"/>
          </p:nvPr>
        </p:nvSpPr>
        <p:spPr>
          <a:xfrm>
            <a:off x="4572000" y="0"/>
            <a:ext cx="2286000" cy="2571750"/>
          </a:xfrm>
          <a:noFill/>
          <a:ln>
            <a:noFill/>
          </a:ln>
        </p:spPr>
        <p:txBody>
          <a:bodyPr lIns="219456" tIns="201168" rIns="228600" bIns="228600"/>
          <a:lstStyle>
            <a:lvl1pPr>
              <a:defRPr>
                <a:solidFill>
                  <a:schemeClr val="tx1"/>
                </a:solidFill>
              </a:defRPr>
            </a:lvl1pPr>
          </a:lstStyle>
          <a:p>
            <a:pPr lvl="0"/>
            <a:r>
              <a:rPr lang="en-US"/>
              <a:t>Click to edit Master text styles</a:t>
            </a:r>
          </a:p>
        </p:txBody>
      </p:sp>
      <p:sp>
        <p:nvSpPr>
          <p:cNvPr id="11" name="Content Placeholder 2"/>
          <p:cNvSpPr>
            <a:spLocks noGrp="1"/>
          </p:cNvSpPr>
          <p:nvPr>
            <p:ph sz="quarter" idx="18"/>
          </p:nvPr>
        </p:nvSpPr>
        <p:spPr>
          <a:xfrm>
            <a:off x="6858000" y="0"/>
            <a:ext cx="2286000" cy="2571750"/>
          </a:xfrm>
          <a:noFill/>
          <a:ln>
            <a:noFill/>
          </a:ln>
        </p:spPr>
        <p:txBody>
          <a:bodyPr lIns="219456" tIns="201168" rIns="228600" bIns="228600"/>
          <a:lstStyle>
            <a:lvl1pPr>
              <a:defRPr>
                <a:solidFill>
                  <a:schemeClr val="tx1"/>
                </a:solidFill>
              </a:defRPr>
            </a:lvl1pPr>
          </a:lstStyle>
          <a:p>
            <a:pPr lvl="0"/>
            <a:r>
              <a:rPr lang="en-US"/>
              <a:t>Click to edit Master text styles</a:t>
            </a:r>
          </a:p>
        </p:txBody>
      </p:sp>
      <p:sp>
        <p:nvSpPr>
          <p:cNvPr id="7" name="Content Placeholder 3"/>
          <p:cNvSpPr>
            <a:spLocks noGrp="1"/>
          </p:cNvSpPr>
          <p:nvPr>
            <p:ph sz="quarter" idx="20"/>
          </p:nvPr>
        </p:nvSpPr>
        <p:spPr>
          <a:xfrm>
            <a:off x="0" y="2570163"/>
            <a:ext cx="4572000" cy="2573337"/>
          </a:xfrm>
          <a:noFill/>
        </p:spPr>
        <p:txBody>
          <a:bodyPr lIns="219456" tIns="201168" rIns="228600" bIns="228600"/>
          <a:lstStyle>
            <a:lvl1pPr>
              <a:defRPr>
                <a:solidFill>
                  <a:schemeClr val="tx1"/>
                </a:solidFill>
              </a:defRPr>
            </a:lvl1pPr>
          </a:lstStyle>
          <a:p>
            <a:pPr lvl="0"/>
            <a:r>
              <a:rPr lang="en-US"/>
              <a:t>Click to edit Master text styles</a:t>
            </a:r>
          </a:p>
        </p:txBody>
      </p:sp>
      <p:sp>
        <p:nvSpPr>
          <p:cNvPr id="14" name="Content Placeholder 4"/>
          <p:cNvSpPr>
            <a:spLocks noGrp="1"/>
          </p:cNvSpPr>
          <p:nvPr>
            <p:ph sz="quarter" idx="19"/>
          </p:nvPr>
        </p:nvSpPr>
        <p:spPr>
          <a:xfrm>
            <a:off x="4572000" y="2570163"/>
            <a:ext cx="4572000" cy="2573337"/>
          </a:xfrm>
          <a:noFill/>
          <a:ln>
            <a:noFill/>
          </a:ln>
        </p:spPr>
        <p:txBody>
          <a:bodyPr lIns="219456" tIns="201168" rIns="228600" bIns="228600"/>
          <a:lstStyle>
            <a:lvl1pPr>
              <a:defRPr>
                <a:solidFill>
                  <a:schemeClr val="tx1"/>
                </a:solidFill>
              </a:defRPr>
            </a:lvl1pPr>
          </a:lstStyle>
          <a:p>
            <a:pPr lvl="0"/>
            <a:r>
              <a:rPr lang="en-US"/>
              <a:t>Click to edit Master text styles</a:t>
            </a:r>
          </a:p>
        </p:txBody>
      </p:sp>
      <p:sp>
        <p:nvSpPr>
          <p:cNvPr id="3" name="Footer Placeholder"/>
          <p:cNvSpPr>
            <a:spLocks noGrp="1"/>
          </p:cNvSpPr>
          <p:nvPr>
            <p:ph type="ftr" sz="quarter" idx="10"/>
          </p:nvPr>
        </p:nvSpPr>
        <p:spPr>
          <a:noFill/>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a:noFill/>
        </p:spPr>
        <p:txBody>
          <a:bodyPr/>
          <a:lstStyle>
            <a:lvl1pPr>
              <a:defRPr>
                <a:solidFill>
                  <a:schemeClr val="tx1"/>
                </a:solidFill>
              </a:defRPr>
            </a:lvl1pPr>
          </a:lstStyle>
          <a:p>
            <a:fld id="{59395FB3-9C97-154F-86B2-7E381B951268}" type="slidenum">
              <a:rPr lang="en-US" smtClean="0"/>
              <a:pPr/>
              <a:t>‹#›</a:t>
            </a:fld>
            <a:endParaRPr lang="en-US" dirty="0"/>
          </a:p>
        </p:txBody>
      </p:sp>
      <p:cxnSp>
        <p:nvCxnSpPr>
          <p:cNvPr id="9" name="Straight Connector 8">
            <a:extLst>
              <a:ext uri="{FF2B5EF4-FFF2-40B4-BE49-F238E27FC236}">
                <a16:creationId xmlns:a16="http://schemas.microsoft.com/office/drawing/2014/main" id="{97703589-7433-EC4D-BE5D-6575D7E7166A}"/>
              </a:ext>
            </a:extLst>
          </p:cNvPr>
          <p:cNvCxnSpPr/>
          <p:nvPr userDrawn="1"/>
        </p:nvCxnSpPr>
        <p:spPr bwMode="auto">
          <a:xfrm flipV="1">
            <a:off x="4572000" y="234950"/>
            <a:ext cx="0" cy="4260850"/>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0" name="Straight Connector 9">
            <a:extLst>
              <a:ext uri="{FF2B5EF4-FFF2-40B4-BE49-F238E27FC236}">
                <a16:creationId xmlns:a16="http://schemas.microsoft.com/office/drawing/2014/main" id="{318C1B72-1958-D34C-A6E7-456FA9B0FC99}"/>
              </a:ext>
            </a:extLst>
          </p:cNvPr>
          <p:cNvCxnSpPr>
            <a:cxnSpLocks/>
          </p:cNvCxnSpPr>
          <p:nvPr userDrawn="1"/>
        </p:nvCxnSpPr>
        <p:spPr bwMode="auto">
          <a:xfrm>
            <a:off x="228600" y="2566988"/>
            <a:ext cx="4114801" cy="0"/>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2" name="Straight Connector 11">
            <a:extLst>
              <a:ext uri="{FF2B5EF4-FFF2-40B4-BE49-F238E27FC236}">
                <a16:creationId xmlns:a16="http://schemas.microsoft.com/office/drawing/2014/main" id="{806980A7-369F-8B4C-8947-FB084B5C4D98}"/>
              </a:ext>
            </a:extLst>
          </p:cNvPr>
          <p:cNvCxnSpPr>
            <a:cxnSpLocks/>
          </p:cNvCxnSpPr>
          <p:nvPr userDrawn="1"/>
        </p:nvCxnSpPr>
        <p:spPr bwMode="auto">
          <a:xfrm>
            <a:off x="4792362" y="2566988"/>
            <a:ext cx="4114801" cy="0"/>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3" name="Straight Connector 12">
            <a:extLst>
              <a:ext uri="{FF2B5EF4-FFF2-40B4-BE49-F238E27FC236}">
                <a16:creationId xmlns:a16="http://schemas.microsoft.com/office/drawing/2014/main" id="{8255AABD-2874-C04C-A3C5-21D11C371163}"/>
              </a:ext>
            </a:extLst>
          </p:cNvPr>
          <p:cNvCxnSpPr>
            <a:cxnSpLocks/>
          </p:cNvCxnSpPr>
          <p:nvPr userDrawn="1"/>
        </p:nvCxnSpPr>
        <p:spPr bwMode="auto">
          <a:xfrm flipV="1">
            <a:off x="6855768" y="234951"/>
            <a:ext cx="0" cy="2116909"/>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33277394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oxes (1 large, 4 small)">
    <p:spTree>
      <p:nvGrpSpPr>
        <p:cNvPr id="1" name=""/>
        <p:cNvGrpSpPr/>
        <p:nvPr/>
      </p:nvGrpSpPr>
      <p:grpSpPr>
        <a:xfrm>
          <a:off x="0" y="0"/>
          <a:ext cx="0" cy="0"/>
          <a:chOff x="0" y="0"/>
          <a:chExt cx="0" cy="0"/>
        </a:xfrm>
      </p:grpSpPr>
      <p:sp>
        <p:nvSpPr>
          <p:cNvPr id="2" name="Title"/>
          <p:cNvSpPr>
            <a:spLocks noGrp="1"/>
          </p:cNvSpPr>
          <p:nvPr>
            <p:ph type="title"/>
          </p:nvPr>
        </p:nvSpPr>
        <p:spPr>
          <a:xfrm>
            <a:off x="0" y="0"/>
            <a:ext cx="9144000" cy="2569463"/>
          </a:xfrm>
          <a:noFill/>
        </p:spPr>
        <p:txBody>
          <a:bodyPr lIns="182880" tIns="164592" rIns="228600" bIns="228600"/>
          <a:lstStyle>
            <a:lvl1pPr>
              <a:defRPr sz="4800">
                <a:solidFill>
                  <a:schemeClr val="tx1"/>
                </a:solidFill>
              </a:defRPr>
            </a:lvl1pPr>
          </a:lstStyle>
          <a:p>
            <a:r>
              <a:rPr lang="en-US"/>
              <a:t>Click to edit Master title style</a:t>
            </a:r>
            <a:endParaRPr lang="en-US" dirty="0"/>
          </a:p>
        </p:txBody>
      </p:sp>
      <p:sp>
        <p:nvSpPr>
          <p:cNvPr id="13" name="Content Placeholder 1"/>
          <p:cNvSpPr>
            <a:spLocks noGrp="1"/>
          </p:cNvSpPr>
          <p:nvPr>
            <p:ph sz="quarter" idx="20"/>
          </p:nvPr>
        </p:nvSpPr>
        <p:spPr>
          <a:xfrm>
            <a:off x="0" y="2570163"/>
            <a:ext cx="2286000" cy="2573337"/>
          </a:xfrm>
          <a:noFill/>
        </p:spPr>
        <p:txBody>
          <a:bodyPr lIns="219456" tIns="201168" rIns="228600" bIns="228600"/>
          <a:lstStyle>
            <a:lvl1pPr>
              <a:defRPr>
                <a:solidFill>
                  <a:schemeClr val="tx1"/>
                </a:solidFill>
              </a:defRPr>
            </a:lvl1pPr>
          </a:lstStyle>
          <a:p>
            <a:pPr lvl="0"/>
            <a:r>
              <a:rPr lang="en-US"/>
              <a:t>Click to edit Master text styles</a:t>
            </a:r>
          </a:p>
        </p:txBody>
      </p:sp>
      <p:sp>
        <p:nvSpPr>
          <p:cNvPr id="12" name="Content Placeholder 2"/>
          <p:cNvSpPr>
            <a:spLocks noGrp="1"/>
          </p:cNvSpPr>
          <p:nvPr>
            <p:ph sz="quarter" idx="19"/>
          </p:nvPr>
        </p:nvSpPr>
        <p:spPr>
          <a:xfrm>
            <a:off x="2286001" y="2570163"/>
            <a:ext cx="2286000" cy="2573337"/>
          </a:xfrm>
          <a:noFill/>
          <a:ln>
            <a:noFill/>
          </a:ln>
        </p:spPr>
        <p:txBody>
          <a:bodyPr lIns="219456" tIns="201168" rIns="228600" bIns="228600"/>
          <a:lstStyle>
            <a:lvl1pPr>
              <a:defRPr>
                <a:solidFill>
                  <a:schemeClr val="tx1"/>
                </a:solidFill>
              </a:defRPr>
            </a:lvl1pPr>
          </a:lstStyle>
          <a:p>
            <a:pPr lvl="0"/>
            <a:r>
              <a:rPr lang="en-US"/>
              <a:t>Click to edit Master text styles</a:t>
            </a:r>
          </a:p>
        </p:txBody>
      </p:sp>
      <p:sp>
        <p:nvSpPr>
          <p:cNvPr id="9" name="Content Placeholder 3"/>
          <p:cNvSpPr>
            <a:spLocks noGrp="1"/>
          </p:cNvSpPr>
          <p:nvPr>
            <p:ph sz="quarter" idx="17"/>
          </p:nvPr>
        </p:nvSpPr>
        <p:spPr>
          <a:xfrm>
            <a:off x="4572000" y="2570162"/>
            <a:ext cx="2286000" cy="2573338"/>
          </a:xfrm>
          <a:noFill/>
          <a:ln>
            <a:noFill/>
          </a:ln>
        </p:spPr>
        <p:txBody>
          <a:bodyPr lIns="219456" tIns="201168" rIns="228600" bIns="228600"/>
          <a:lstStyle>
            <a:lvl1pPr>
              <a:defRPr>
                <a:solidFill>
                  <a:schemeClr val="tx1"/>
                </a:solidFill>
              </a:defRPr>
            </a:lvl1pPr>
          </a:lstStyle>
          <a:p>
            <a:pPr lvl="0"/>
            <a:r>
              <a:rPr lang="en-US"/>
              <a:t>Click to edit Master text styles</a:t>
            </a:r>
          </a:p>
        </p:txBody>
      </p:sp>
      <p:sp>
        <p:nvSpPr>
          <p:cNvPr id="10" name="Content Placeholder 4"/>
          <p:cNvSpPr>
            <a:spLocks noGrp="1"/>
          </p:cNvSpPr>
          <p:nvPr>
            <p:ph sz="quarter" idx="18"/>
          </p:nvPr>
        </p:nvSpPr>
        <p:spPr>
          <a:xfrm>
            <a:off x="6858000" y="2570162"/>
            <a:ext cx="2286000" cy="2573338"/>
          </a:xfrm>
          <a:noFill/>
          <a:ln>
            <a:noFill/>
          </a:ln>
        </p:spPr>
        <p:txBody>
          <a:bodyPr lIns="219456" tIns="201168" rIns="228600" bIns="228600"/>
          <a:lstStyle>
            <a:lvl1pPr>
              <a:defRPr>
                <a:solidFill>
                  <a:schemeClr val="tx1"/>
                </a:solidFill>
              </a:defRPr>
            </a:lvl1pPr>
          </a:lstStyle>
          <a:p>
            <a:pPr lvl="0"/>
            <a:r>
              <a:rPr lang="en-US"/>
              <a:t>Click to edit Master text styles</a:t>
            </a:r>
          </a:p>
        </p:txBody>
      </p:sp>
      <p:sp>
        <p:nvSpPr>
          <p:cNvPr id="3" name="Footer Placeholder"/>
          <p:cNvSpPr>
            <a:spLocks noGrp="1"/>
          </p:cNvSpPr>
          <p:nvPr>
            <p:ph type="ftr" sz="quarter" idx="10"/>
          </p:nvPr>
        </p:nvSpPr>
        <p:spPr>
          <a:noFill/>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a:noFill/>
        </p:spPr>
        <p:txBody>
          <a:bodyPr/>
          <a:lstStyle>
            <a:lvl1pPr>
              <a:defRPr>
                <a:solidFill>
                  <a:schemeClr val="tx1"/>
                </a:solidFill>
              </a:defRPr>
            </a:lvl1pPr>
          </a:lstStyle>
          <a:p>
            <a:fld id="{59395FB3-9C97-154F-86B2-7E381B951268}" type="slidenum">
              <a:rPr lang="en-US" smtClean="0"/>
              <a:pPr/>
              <a:t>‹#›</a:t>
            </a:fld>
            <a:endParaRPr lang="en-US" dirty="0"/>
          </a:p>
        </p:txBody>
      </p:sp>
      <p:cxnSp>
        <p:nvCxnSpPr>
          <p:cNvPr id="15" name="Straight Connector 14">
            <a:extLst>
              <a:ext uri="{FF2B5EF4-FFF2-40B4-BE49-F238E27FC236}">
                <a16:creationId xmlns:a16="http://schemas.microsoft.com/office/drawing/2014/main" id="{38320A1C-9D4D-2642-8A60-4D7502759E0A}"/>
              </a:ext>
            </a:extLst>
          </p:cNvPr>
          <p:cNvCxnSpPr>
            <a:cxnSpLocks/>
          </p:cNvCxnSpPr>
          <p:nvPr userDrawn="1"/>
        </p:nvCxnSpPr>
        <p:spPr bwMode="auto">
          <a:xfrm flipV="1">
            <a:off x="2286000" y="2791641"/>
            <a:ext cx="0" cy="1704159"/>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6" name="Straight Connector 15">
            <a:extLst>
              <a:ext uri="{FF2B5EF4-FFF2-40B4-BE49-F238E27FC236}">
                <a16:creationId xmlns:a16="http://schemas.microsoft.com/office/drawing/2014/main" id="{551D6F0D-CE7A-AD49-AE36-D798DDFEB592}"/>
              </a:ext>
            </a:extLst>
          </p:cNvPr>
          <p:cNvCxnSpPr>
            <a:cxnSpLocks/>
          </p:cNvCxnSpPr>
          <p:nvPr userDrawn="1"/>
        </p:nvCxnSpPr>
        <p:spPr bwMode="auto">
          <a:xfrm flipV="1">
            <a:off x="4572000" y="2791641"/>
            <a:ext cx="0" cy="1704159"/>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7" name="Straight Connector 16">
            <a:extLst>
              <a:ext uri="{FF2B5EF4-FFF2-40B4-BE49-F238E27FC236}">
                <a16:creationId xmlns:a16="http://schemas.microsoft.com/office/drawing/2014/main" id="{CE4FA535-4023-394A-90AB-A2087397CBB3}"/>
              </a:ext>
            </a:extLst>
          </p:cNvPr>
          <p:cNvCxnSpPr>
            <a:cxnSpLocks/>
          </p:cNvCxnSpPr>
          <p:nvPr userDrawn="1"/>
        </p:nvCxnSpPr>
        <p:spPr bwMode="auto">
          <a:xfrm flipV="1">
            <a:off x="6858000" y="2791641"/>
            <a:ext cx="0" cy="1704159"/>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7" name="Straight Connector 6">
            <a:extLst>
              <a:ext uri="{FF2B5EF4-FFF2-40B4-BE49-F238E27FC236}">
                <a16:creationId xmlns:a16="http://schemas.microsoft.com/office/drawing/2014/main" id="{47EB495F-72F9-774E-A3C3-3B24D9E37D7D}"/>
              </a:ext>
            </a:extLst>
          </p:cNvPr>
          <p:cNvCxnSpPr/>
          <p:nvPr userDrawn="1"/>
        </p:nvCxnSpPr>
        <p:spPr bwMode="auto">
          <a:xfrm>
            <a:off x="228600" y="2571750"/>
            <a:ext cx="8686800" cy="0"/>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913815566"/>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gray box) over image(s)">
    <p:spTree>
      <p:nvGrpSpPr>
        <p:cNvPr id="1" name=""/>
        <p:cNvGrpSpPr/>
        <p:nvPr/>
      </p:nvGrpSpPr>
      <p:grpSpPr>
        <a:xfrm>
          <a:off x="0" y="0"/>
          <a:ext cx="0" cy="0"/>
          <a:chOff x="0" y="0"/>
          <a:chExt cx="0" cy="0"/>
        </a:xfrm>
      </p:grpSpPr>
      <p:sp>
        <p:nvSpPr>
          <p:cNvPr id="2" name="Title"/>
          <p:cNvSpPr>
            <a:spLocks noGrp="1"/>
          </p:cNvSpPr>
          <p:nvPr>
            <p:ph type="title"/>
          </p:nvPr>
        </p:nvSpPr>
        <p:spPr>
          <a:xfrm>
            <a:off x="0" y="0"/>
            <a:ext cx="9144000" cy="1276350"/>
          </a:xfrm>
          <a:solidFill>
            <a:schemeClr val="tx2"/>
          </a:solidFill>
        </p:spPr>
        <p:txBody>
          <a:bodyPr lIns="210312" tIns="201168" rIns="228600" bIns="228600"/>
          <a:lstStyle>
            <a:lvl1pPr>
              <a:defRPr>
                <a:solidFill>
                  <a:schemeClr val="tx1"/>
                </a:solidFill>
              </a:defRPr>
            </a:lvl1pPr>
          </a:lstStyle>
          <a:p>
            <a:r>
              <a:rPr lang="en-US"/>
              <a:t>Click to edit Master title style</a:t>
            </a:r>
            <a:endParaRPr lang="en-US" dirty="0"/>
          </a:p>
        </p:txBody>
      </p:sp>
      <p:sp>
        <p:nvSpPr>
          <p:cNvPr id="6" name="Picture Placeholder"/>
          <p:cNvSpPr>
            <a:spLocks noGrp="1"/>
          </p:cNvSpPr>
          <p:nvPr>
            <p:ph type="pic" sz="quarter" idx="12"/>
          </p:nvPr>
        </p:nvSpPr>
        <p:spPr>
          <a:xfrm>
            <a:off x="0" y="1276350"/>
            <a:ext cx="9144000" cy="3867150"/>
          </a:xfrm>
        </p:spPr>
        <p:txBody>
          <a:bodyPr lIns="91440" tIns="91440" rIns="91440" bIns="91440"/>
          <a:lstStyle>
            <a:lvl1pPr>
              <a:defRPr>
                <a:solidFill>
                  <a:schemeClr val="tx1"/>
                </a:solidFill>
              </a:defRPr>
            </a:lvl1pPr>
          </a:lstStyle>
          <a:p>
            <a:r>
              <a:rPr lang="en-US"/>
              <a:t>Click icon to add picture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692425068"/>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ext (gray box) over image(s)">
    <p:spTree>
      <p:nvGrpSpPr>
        <p:cNvPr id="1" name=""/>
        <p:cNvGrpSpPr/>
        <p:nvPr/>
      </p:nvGrpSpPr>
      <p:grpSpPr>
        <a:xfrm>
          <a:off x="0" y="0"/>
          <a:ext cx="0" cy="0"/>
          <a:chOff x="0" y="0"/>
          <a:chExt cx="0" cy="0"/>
        </a:xfrm>
      </p:grpSpPr>
      <p:sp>
        <p:nvSpPr>
          <p:cNvPr id="9" name="Picture Placeholder"/>
          <p:cNvSpPr>
            <a:spLocks noGrp="1"/>
          </p:cNvSpPr>
          <p:nvPr>
            <p:ph type="pic" sz="quarter" idx="14"/>
          </p:nvPr>
        </p:nvSpPr>
        <p:spPr>
          <a:xfrm>
            <a:off x="0" y="0"/>
            <a:ext cx="9144000" cy="5148072"/>
          </a:xfrm>
        </p:spPr>
        <p:txBody>
          <a:bodyPr lIns="91440" tIns="91440" rIns="91440" bIns="91440"/>
          <a:lstStyle>
            <a:lvl1pPr>
              <a:defRPr>
                <a:solidFill>
                  <a:schemeClr val="tx1"/>
                </a:solidFill>
              </a:defRPr>
            </a:lvl1pPr>
          </a:lstStyle>
          <a:p>
            <a:r>
              <a:rPr lang="en-US"/>
              <a:t>Click icon to add picture</a:t>
            </a:r>
            <a:endParaRPr lang="en-US" dirty="0"/>
          </a:p>
        </p:txBody>
      </p:sp>
      <p:sp>
        <p:nvSpPr>
          <p:cNvPr id="6" name="Text Placeholder"/>
          <p:cNvSpPr>
            <a:spLocks noGrp="1"/>
          </p:cNvSpPr>
          <p:nvPr>
            <p:ph type="body" sz="quarter" idx="12"/>
          </p:nvPr>
        </p:nvSpPr>
        <p:spPr>
          <a:xfrm>
            <a:off x="-3" y="2571750"/>
            <a:ext cx="2286003" cy="2571750"/>
          </a:xfrm>
          <a:solidFill>
            <a:schemeClr val="tx2"/>
          </a:solidFill>
        </p:spPr>
        <p:txBody>
          <a:bodyPr lIns="219456" tIns="201168" rIns="228600" bIns="228600"/>
          <a:lstStyle>
            <a:lvl1pPr>
              <a:buClr>
                <a:srgbClr val="001141"/>
              </a:buClr>
              <a:defRPr>
                <a:solidFill>
                  <a:schemeClr val="tx1"/>
                </a:solidFill>
              </a:defRPr>
            </a:lvl1pPr>
            <a:lvl2pPr>
              <a:buClr>
                <a:srgbClr val="001141"/>
              </a:buClr>
              <a:defRPr sz="1000">
                <a:solidFill>
                  <a:schemeClr val="tx1"/>
                </a:solidFill>
              </a:defRPr>
            </a:lvl2pPr>
            <a:lvl3pPr>
              <a:buClr>
                <a:srgbClr val="001141"/>
              </a:buClr>
              <a:defRPr sz="1000">
                <a:solidFill>
                  <a:schemeClr val="tx1"/>
                </a:solidFill>
              </a:defRPr>
            </a:lvl3pPr>
            <a:lvl4pPr>
              <a:buClr>
                <a:srgbClr val="001141"/>
              </a:buClr>
              <a:defRPr sz="1000">
                <a:solidFill>
                  <a:schemeClr val="tx1"/>
                </a:solidFill>
              </a:defRPr>
            </a:lvl4pPr>
            <a:lvl5pPr>
              <a:buClr>
                <a:srgbClr val="001141"/>
              </a:buClr>
              <a:defRPr sz="10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193187946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boxes (4 tall)">
    <p:spTree>
      <p:nvGrpSpPr>
        <p:cNvPr id="1" name=""/>
        <p:cNvGrpSpPr/>
        <p:nvPr/>
      </p:nvGrpSpPr>
      <p:grpSpPr>
        <a:xfrm>
          <a:off x="0" y="0"/>
          <a:ext cx="0" cy="0"/>
          <a:chOff x="0" y="0"/>
          <a:chExt cx="0" cy="0"/>
        </a:xfrm>
      </p:grpSpPr>
      <p:sp>
        <p:nvSpPr>
          <p:cNvPr id="11" name="Content Placeholder 1"/>
          <p:cNvSpPr>
            <a:spLocks noGrp="1"/>
          </p:cNvSpPr>
          <p:nvPr>
            <p:ph sz="quarter" idx="12"/>
          </p:nvPr>
        </p:nvSpPr>
        <p:spPr>
          <a:xfrm>
            <a:off x="0" y="0"/>
            <a:ext cx="2286000" cy="5148072"/>
          </a:xfrm>
          <a:noFill/>
        </p:spPr>
        <p:txBody>
          <a:bodyPr lIns="219456" tIns="201168" rIns="228600" bIns="228600"/>
          <a:lstStyle>
            <a:lvl1pPr>
              <a:buClr>
                <a:srgbClr val="001141"/>
              </a:buClr>
              <a:defRPr>
                <a:solidFill>
                  <a:schemeClr val="tx1"/>
                </a:solidFill>
              </a:defRPr>
            </a:lvl1pPr>
            <a:lvl2pPr>
              <a:buClr>
                <a:srgbClr val="001141"/>
              </a:buClr>
              <a:defRPr>
                <a:solidFill>
                  <a:schemeClr val="tx1"/>
                </a:solidFill>
              </a:defRPr>
            </a:lvl2pPr>
            <a:lvl3pPr>
              <a:buClr>
                <a:srgbClr val="001141"/>
              </a:buClr>
              <a:defRPr>
                <a:solidFill>
                  <a:schemeClr val="tx1"/>
                </a:solidFill>
              </a:defRPr>
            </a:lvl3pPr>
            <a:lvl4pPr>
              <a:buClr>
                <a:srgbClr val="001141"/>
              </a:buClr>
              <a:defRPr>
                <a:solidFill>
                  <a:schemeClr val="tx1"/>
                </a:solidFill>
              </a:defRPr>
            </a:lvl4pPr>
            <a:lvl5pPr>
              <a:buClr>
                <a:srgbClr val="001141"/>
              </a:buCl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2"/>
          <p:cNvSpPr>
            <a:spLocks noGrp="1"/>
          </p:cNvSpPr>
          <p:nvPr>
            <p:ph sz="quarter" idx="13"/>
          </p:nvPr>
        </p:nvSpPr>
        <p:spPr>
          <a:xfrm>
            <a:off x="2286000" y="0"/>
            <a:ext cx="2286000" cy="5148072"/>
          </a:xfrm>
          <a:noFill/>
        </p:spPr>
        <p:txBody>
          <a:bodyPr lIns="219456" tIns="201168" rIns="228600" bIns="228600"/>
          <a:lstStyle>
            <a:lvl1pPr>
              <a:buClr>
                <a:srgbClr val="001141"/>
              </a:buClr>
              <a:defRPr>
                <a:solidFill>
                  <a:schemeClr val="tx1"/>
                </a:solidFill>
              </a:defRPr>
            </a:lvl1pPr>
            <a:lvl2pPr>
              <a:buClr>
                <a:srgbClr val="001141"/>
              </a:buClr>
              <a:defRPr>
                <a:solidFill>
                  <a:schemeClr val="tx1"/>
                </a:solidFill>
              </a:defRPr>
            </a:lvl2pPr>
            <a:lvl3pPr>
              <a:buClr>
                <a:srgbClr val="001141"/>
              </a:buClr>
              <a:defRPr>
                <a:solidFill>
                  <a:schemeClr val="tx1"/>
                </a:solidFill>
              </a:defRPr>
            </a:lvl3pPr>
            <a:lvl4pPr>
              <a:buClr>
                <a:srgbClr val="001141"/>
              </a:buClr>
              <a:defRPr>
                <a:solidFill>
                  <a:schemeClr val="tx1"/>
                </a:solidFill>
              </a:defRPr>
            </a:lvl4pPr>
            <a:lvl5pPr>
              <a:buClr>
                <a:srgbClr val="001141"/>
              </a:buCl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Content Placeholder 3"/>
          <p:cNvSpPr>
            <a:spLocks noGrp="1"/>
          </p:cNvSpPr>
          <p:nvPr>
            <p:ph sz="quarter" idx="14"/>
          </p:nvPr>
        </p:nvSpPr>
        <p:spPr>
          <a:xfrm>
            <a:off x="4572000" y="0"/>
            <a:ext cx="2286000" cy="5148072"/>
          </a:xfrm>
          <a:noFill/>
        </p:spPr>
        <p:txBody>
          <a:bodyPr lIns="219456" tIns="201168" rIns="228600" bIns="228600"/>
          <a:lstStyle>
            <a:lvl1pPr>
              <a:buClr>
                <a:srgbClr val="001141"/>
              </a:buClr>
              <a:defRPr>
                <a:solidFill>
                  <a:schemeClr val="tx1"/>
                </a:solidFill>
              </a:defRPr>
            </a:lvl1pPr>
            <a:lvl2pPr>
              <a:buClr>
                <a:srgbClr val="001141"/>
              </a:buClr>
              <a:defRPr>
                <a:solidFill>
                  <a:schemeClr val="tx1"/>
                </a:solidFill>
              </a:defRPr>
            </a:lvl2pPr>
            <a:lvl3pPr>
              <a:buClr>
                <a:srgbClr val="001141"/>
              </a:buClr>
              <a:defRPr>
                <a:solidFill>
                  <a:schemeClr val="tx1"/>
                </a:solidFill>
              </a:defRPr>
            </a:lvl3pPr>
            <a:lvl4pPr>
              <a:buClr>
                <a:srgbClr val="001141"/>
              </a:buClr>
              <a:defRPr>
                <a:solidFill>
                  <a:schemeClr val="tx1"/>
                </a:solidFill>
              </a:defRPr>
            </a:lvl4pPr>
            <a:lvl5pPr>
              <a:buClr>
                <a:srgbClr val="001141"/>
              </a:buCl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Content Placeholder 4"/>
          <p:cNvSpPr>
            <a:spLocks noGrp="1"/>
          </p:cNvSpPr>
          <p:nvPr>
            <p:ph sz="quarter" idx="15"/>
          </p:nvPr>
        </p:nvSpPr>
        <p:spPr>
          <a:xfrm>
            <a:off x="6858000" y="0"/>
            <a:ext cx="2286000" cy="5148072"/>
          </a:xfrm>
          <a:noFill/>
        </p:spPr>
        <p:txBody>
          <a:bodyPr lIns="219456" tIns="201168" rIns="228600" bIns="228600"/>
          <a:lstStyle>
            <a:lvl1pPr>
              <a:buClr>
                <a:srgbClr val="001141"/>
              </a:buClr>
              <a:defRPr>
                <a:solidFill>
                  <a:schemeClr val="tx1"/>
                </a:solidFill>
              </a:defRPr>
            </a:lvl1pPr>
            <a:lvl2pPr>
              <a:buClr>
                <a:srgbClr val="001141"/>
              </a:buClr>
              <a:defRPr>
                <a:solidFill>
                  <a:schemeClr val="tx1"/>
                </a:solidFill>
              </a:defRPr>
            </a:lvl2pPr>
            <a:lvl3pPr>
              <a:buClr>
                <a:srgbClr val="001141"/>
              </a:buClr>
              <a:defRPr>
                <a:solidFill>
                  <a:schemeClr val="tx1"/>
                </a:solidFill>
              </a:defRPr>
            </a:lvl3pPr>
            <a:lvl4pPr>
              <a:buClr>
                <a:srgbClr val="001141"/>
              </a:buClr>
              <a:defRPr>
                <a:solidFill>
                  <a:schemeClr val="tx1"/>
                </a:solidFill>
              </a:defRPr>
            </a:lvl4pPr>
            <a:lvl5pPr>
              <a:buClr>
                <a:srgbClr val="001141"/>
              </a:buCl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cxnSp>
        <p:nvCxnSpPr>
          <p:cNvPr id="8" name="Straight Connector 7">
            <a:extLst>
              <a:ext uri="{FF2B5EF4-FFF2-40B4-BE49-F238E27FC236}">
                <a16:creationId xmlns:a16="http://schemas.microsoft.com/office/drawing/2014/main" id="{1C2E18FC-E432-1E42-B894-602F7E42F9FA}"/>
              </a:ext>
            </a:extLst>
          </p:cNvPr>
          <p:cNvCxnSpPr/>
          <p:nvPr userDrawn="1"/>
        </p:nvCxnSpPr>
        <p:spPr bwMode="auto">
          <a:xfrm flipV="1">
            <a:off x="4572000" y="234950"/>
            <a:ext cx="0" cy="4260850"/>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9" name="Straight Connector 8">
            <a:extLst>
              <a:ext uri="{FF2B5EF4-FFF2-40B4-BE49-F238E27FC236}">
                <a16:creationId xmlns:a16="http://schemas.microsoft.com/office/drawing/2014/main" id="{7675E39C-0AE8-5A49-B52F-35BB80D2B041}"/>
              </a:ext>
            </a:extLst>
          </p:cNvPr>
          <p:cNvCxnSpPr/>
          <p:nvPr userDrawn="1"/>
        </p:nvCxnSpPr>
        <p:spPr bwMode="auto">
          <a:xfrm flipV="1">
            <a:off x="2283769" y="234950"/>
            <a:ext cx="0" cy="4260850"/>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0" name="Straight Connector 9">
            <a:extLst>
              <a:ext uri="{FF2B5EF4-FFF2-40B4-BE49-F238E27FC236}">
                <a16:creationId xmlns:a16="http://schemas.microsoft.com/office/drawing/2014/main" id="{5A7AC78C-6E13-604B-BABB-F3F41F933F3B}"/>
              </a:ext>
            </a:extLst>
          </p:cNvPr>
          <p:cNvCxnSpPr/>
          <p:nvPr userDrawn="1"/>
        </p:nvCxnSpPr>
        <p:spPr bwMode="auto">
          <a:xfrm flipV="1">
            <a:off x="6855769" y="234950"/>
            <a:ext cx="0" cy="4260850"/>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68642608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text (1/4), content (3/4)">
    <p:spTree>
      <p:nvGrpSpPr>
        <p:cNvPr id="1" name=""/>
        <p:cNvGrpSpPr/>
        <p:nvPr/>
      </p:nvGrpSpPr>
      <p:grpSpPr>
        <a:xfrm>
          <a:off x="0" y="0"/>
          <a:ext cx="0" cy="0"/>
          <a:chOff x="0" y="0"/>
          <a:chExt cx="0" cy="0"/>
        </a:xfrm>
      </p:grpSpPr>
      <p:sp>
        <p:nvSpPr>
          <p:cNvPr id="2" name="Title"/>
          <p:cNvSpPr>
            <a:spLocks noGrp="1"/>
          </p:cNvSpPr>
          <p:nvPr>
            <p:ph type="title"/>
          </p:nvPr>
        </p:nvSpPr>
        <p:spPr>
          <a:xfrm>
            <a:off x="210312" y="201168"/>
            <a:ext cx="4142232" cy="804672"/>
          </a:xfrm>
        </p:spPr>
        <p:txBody>
          <a:bodyPr/>
          <a:lstStyle>
            <a:lvl1pPr>
              <a:defRPr>
                <a:solidFill>
                  <a:schemeClr val="tx1"/>
                </a:solidFill>
              </a:defRPr>
            </a:lvl1pPr>
          </a:lstStyle>
          <a:p>
            <a:r>
              <a:rPr lang="en-US"/>
              <a:t>Click to edit Master title style</a:t>
            </a:r>
            <a:endParaRPr lang="en-US" dirty="0"/>
          </a:p>
        </p:txBody>
      </p:sp>
      <p:sp>
        <p:nvSpPr>
          <p:cNvPr id="6" name="Text Placeholder"/>
          <p:cNvSpPr>
            <a:spLocks noGrp="1"/>
          </p:cNvSpPr>
          <p:nvPr>
            <p:ph type="body" sz="quarter" idx="12"/>
          </p:nvPr>
        </p:nvSpPr>
        <p:spPr>
          <a:xfrm>
            <a:off x="219456" y="1243584"/>
            <a:ext cx="1837944" cy="325221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Content Placeholder"/>
          <p:cNvSpPr>
            <a:spLocks noGrp="1"/>
          </p:cNvSpPr>
          <p:nvPr>
            <p:ph sz="quarter" idx="13"/>
          </p:nvPr>
        </p:nvSpPr>
        <p:spPr>
          <a:xfrm>
            <a:off x="2514600" y="1243584"/>
            <a:ext cx="6400800" cy="325221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103605913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le, text (1/4), blank (3/4)">
    <p:spTree>
      <p:nvGrpSpPr>
        <p:cNvPr id="1" name=""/>
        <p:cNvGrpSpPr/>
        <p:nvPr/>
      </p:nvGrpSpPr>
      <p:grpSpPr>
        <a:xfrm>
          <a:off x="0" y="0"/>
          <a:ext cx="0" cy="0"/>
          <a:chOff x="0" y="0"/>
          <a:chExt cx="0" cy="0"/>
        </a:xfrm>
      </p:grpSpPr>
      <p:sp>
        <p:nvSpPr>
          <p:cNvPr id="2" name="Title"/>
          <p:cNvSpPr>
            <a:spLocks noGrp="1"/>
          </p:cNvSpPr>
          <p:nvPr>
            <p:ph type="title"/>
          </p:nvPr>
        </p:nvSpPr>
        <p:spPr>
          <a:xfrm>
            <a:off x="210312" y="201168"/>
            <a:ext cx="4142232" cy="804672"/>
          </a:xfrm>
        </p:spPr>
        <p:txBody>
          <a:bodyPr/>
          <a:lstStyle>
            <a:lvl1pPr>
              <a:defRPr>
                <a:solidFill>
                  <a:schemeClr val="tx1"/>
                </a:solidFill>
              </a:defRPr>
            </a:lvl1pPr>
          </a:lstStyle>
          <a:p>
            <a:r>
              <a:rPr lang="en-US"/>
              <a:t>Click to edit Master title style</a:t>
            </a:r>
          </a:p>
        </p:txBody>
      </p:sp>
      <p:sp>
        <p:nvSpPr>
          <p:cNvPr id="6" name="Text Placeholder"/>
          <p:cNvSpPr>
            <a:spLocks noGrp="1"/>
          </p:cNvSpPr>
          <p:nvPr>
            <p:ph type="body" sz="quarter" idx="12"/>
          </p:nvPr>
        </p:nvSpPr>
        <p:spPr>
          <a:xfrm>
            <a:off x="219456" y="1243584"/>
            <a:ext cx="1837944" cy="325221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1589881995"/>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case study 1: title, text (two columns), half-image">
    <p:spTree>
      <p:nvGrpSpPr>
        <p:cNvPr id="1" name=""/>
        <p:cNvGrpSpPr/>
        <p:nvPr/>
      </p:nvGrpSpPr>
      <p:grpSpPr>
        <a:xfrm>
          <a:off x="0" y="0"/>
          <a:ext cx="0" cy="0"/>
          <a:chOff x="0" y="0"/>
          <a:chExt cx="0" cy="0"/>
        </a:xfrm>
      </p:grpSpPr>
      <p:sp>
        <p:nvSpPr>
          <p:cNvPr id="2" name="Title"/>
          <p:cNvSpPr>
            <a:spLocks noGrp="1"/>
          </p:cNvSpPr>
          <p:nvPr>
            <p:ph type="title"/>
          </p:nvPr>
        </p:nvSpPr>
        <p:spPr>
          <a:xfrm>
            <a:off x="210312" y="201168"/>
            <a:ext cx="4142232" cy="804672"/>
          </a:xfrm>
        </p:spPr>
        <p:txBody>
          <a:bodyPr/>
          <a:lstStyle>
            <a:lvl1pPr>
              <a:defRPr>
                <a:solidFill>
                  <a:schemeClr val="tx1"/>
                </a:solidFill>
              </a:defRPr>
            </a:lvl1pPr>
          </a:lstStyle>
          <a:p>
            <a:r>
              <a:rPr lang="en-US"/>
              <a:t>Click to edit Master title style</a:t>
            </a:r>
            <a:endParaRPr lang="en-US" dirty="0"/>
          </a:p>
        </p:txBody>
      </p:sp>
      <p:sp>
        <p:nvSpPr>
          <p:cNvPr id="8" name="Text Placeholder 1"/>
          <p:cNvSpPr>
            <a:spLocks noGrp="1"/>
          </p:cNvSpPr>
          <p:nvPr>
            <p:ph type="body" sz="quarter" idx="13"/>
          </p:nvPr>
        </p:nvSpPr>
        <p:spPr>
          <a:xfrm>
            <a:off x="219456" y="1243584"/>
            <a:ext cx="1837944" cy="325221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2"/>
          <p:cNvSpPr>
            <a:spLocks noGrp="1"/>
          </p:cNvSpPr>
          <p:nvPr>
            <p:ph type="body" sz="quarter" idx="15"/>
          </p:nvPr>
        </p:nvSpPr>
        <p:spPr>
          <a:xfrm>
            <a:off x="2505456" y="1259626"/>
            <a:ext cx="1837944" cy="3252216"/>
          </a:xfrm>
        </p:spPr>
        <p:txBody>
          <a:bodyPr/>
          <a:lstStyle>
            <a:lvl1pPr>
              <a:spcBef>
                <a:spcPts val="300"/>
              </a:spcBef>
              <a:defRPr sz="1400">
                <a:solidFill>
                  <a:schemeClr val="tx1"/>
                </a:solidFill>
              </a:defRPr>
            </a:lvl1pPr>
            <a:lvl2pPr>
              <a:spcBef>
                <a:spcPts val="1100"/>
              </a:spcBef>
              <a:defRPr sz="1400">
                <a:solidFill>
                  <a:schemeClr val="tx1"/>
                </a:solidFill>
              </a:defRPr>
            </a:lvl2pPr>
            <a:lvl3pPr>
              <a:spcBef>
                <a:spcPts val="1100"/>
              </a:spcBef>
              <a:defRPr sz="1400">
                <a:solidFill>
                  <a:schemeClr val="tx1"/>
                </a:solidFill>
              </a:defRPr>
            </a:lvl3pPr>
            <a:lvl4pPr>
              <a:spcBef>
                <a:spcPts val="1100"/>
              </a:spcBef>
              <a:defRPr sz="1400">
                <a:solidFill>
                  <a:schemeClr val="tx1"/>
                </a:solidFill>
              </a:defRPr>
            </a:lvl4pPr>
            <a:lvl5pPr>
              <a:spcBef>
                <a:spcPts val="110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Picture Placeholder"/>
          <p:cNvSpPr>
            <a:spLocks noGrp="1"/>
          </p:cNvSpPr>
          <p:nvPr>
            <p:ph type="pic" sz="quarter" idx="14"/>
          </p:nvPr>
        </p:nvSpPr>
        <p:spPr>
          <a:xfrm>
            <a:off x="4572000" y="0"/>
            <a:ext cx="4572000" cy="5143500"/>
          </a:xfrm>
        </p:spPr>
        <p:txBody>
          <a:bodyPr lIns="91440" tIns="91440" rIns="91440" bIns="91440"/>
          <a:lstStyle>
            <a:lvl1pPr>
              <a:defRPr>
                <a:solidFill>
                  <a:schemeClr val="tx1"/>
                </a:solidFill>
              </a:defRPr>
            </a:lvl1pPr>
          </a:lstStyle>
          <a:p>
            <a:r>
              <a:rPr lang="en-US"/>
              <a:t>Click icon to add picture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6645278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ase study 2: title, text (2/4), quote (2/4)">
    <p:spTree>
      <p:nvGrpSpPr>
        <p:cNvPr id="1" name=""/>
        <p:cNvGrpSpPr/>
        <p:nvPr/>
      </p:nvGrpSpPr>
      <p:grpSpPr>
        <a:xfrm>
          <a:off x="0" y="0"/>
          <a:ext cx="0" cy="0"/>
          <a:chOff x="0" y="0"/>
          <a:chExt cx="0" cy="0"/>
        </a:xfrm>
      </p:grpSpPr>
      <p:sp>
        <p:nvSpPr>
          <p:cNvPr id="2" name="Title"/>
          <p:cNvSpPr>
            <a:spLocks noGrp="1"/>
          </p:cNvSpPr>
          <p:nvPr>
            <p:ph type="title"/>
          </p:nvPr>
        </p:nvSpPr>
        <p:spPr>
          <a:xfrm>
            <a:off x="210312" y="201168"/>
            <a:ext cx="4142232" cy="804672"/>
          </a:xfrm>
        </p:spPr>
        <p:txBody>
          <a:bodyPr/>
          <a:lstStyle>
            <a:lvl1pPr>
              <a:defRPr>
                <a:solidFill>
                  <a:schemeClr val="tx1"/>
                </a:solidFill>
              </a:defRPr>
            </a:lvl1pPr>
          </a:lstStyle>
          <a:p>
            <a:r>
              <a:rPr lang="en-US"/>
              <a:t>Click to edit Master title style</a:t>
            </a:r>
          </a:p>
        </p:txBody>
      </p:sp>
      <p:sp>
        <p:nvSpPr>
          <p:cNvPr id="6" name="Text Placeholder 1"/>
          <p:cNvSpPr>
            <a:spLocks noGrp="1"/>
          </p:cNvSpPr>
          <p:nvPr>
            <p:ph type="body" sz="quarter" idx="12"/>
          </p:nvPr>
        </p:nvSpPr>
        <p:spPr>
          <a:xfrm>
            <a:off x="219456" y="1243584"/>
            <a:ext cx="1837944" cy="325221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
          <p:cNvSpPr>
            <a:spLocks noGrp="1"/>
          </p:cNvSpPr>
          <p:nvPr>
            <p:ph type="body" sz="quarter" idx="13"/>
          </p:nvPr>
        </p:nvSpPr>
        <p:spPr>
          <a:xfrm>
            <a:off x="2505456" y="1262634"/>
            <a:ext cx="1837944" cy="3252216"/>
          </a:xfrm>
        </p:spPr>
        <p:txBody>
          <a:bodyPr/>
          <a:lstStyle>
            <a:lvl1pPr>
              <a:spcBef>
                <a:spcPts val="300"/>
              </a:spcBef>
              <a:defRPr sz="1000">
                <a:solidFill>
                  <a:schemeClr val="tx1"/>
                </a:solidFill>
              </a:defRPr>
            </a:lvl1pPr>
            <a:lvl2pPr>
              <a:spcBef>
                <a:spcPts val="300"/>
              </a:spcBef>
              <a:defRPr sz="1000">
                <a:solidFill>
                  <a:schemeClr val="tx1"/>
                </a:solidFill>
              </a:defRPr>
            </a:lvl2pPr>
            <a:lvl3pPr>
              <a:spcBef>
                <a:spcPts val="300"/>
              </a:spcBef>
              <a:defRPr sz="1000">
                <a:solidFill>
                  <a:schemeClr val="tx1"/>
                </a:solidFill>
              </a:defRPr>
            </a:lvl3pPr>
            <a:lvl4pPr>
              <a:spcBef>
                <a:spcPts val="300"/>
              </a:spcBef>
              <a:defRPr sz="1000">
                <a:solidFill>
                  <a:schemeClr val="tx1"/>
                </a:solidFill>
              </a:defRPr>
            </a:lvl4pPr>
            <a:lvl5pPr>
              <a:spcBef>
                <a:spcPts val="300"/>
              </a:spcBef>
              <a:defRPr sz="10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3"/>
          <p:cNvSpPr>
            <a:spLocks noGrp="1"/>
          </p:cNvSpPr>
          <p:nvPr>
            <p:ph type="body" sz="quarter" idx="14"/>
          </p:nvPr>
        </p:nvSpPr>
        <p:spPr>
          <a:xfrm>
            <a:off x="4773168" y="1216152"/>
            <a:ext cx="4142232" cy="3279648"/>
          </a:xfrm>
        </p:spPr>
        <p:txBody>
          <a:bodyPr/>
          <a:lstStyle>
            <a:lvl1pPr>
              <a:defRPr sz="2400">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1609467568"/>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able">
    <p:spTree>
      <p:nvGrpSpPr>
        <p:cNvPr id="1" name=""/>
        <p:cNvGrpSpPr/>
        <p:nvPr/>
      </p:nvGrpSpPr>
      <p:grpSpPr>
        <a:xfrm>
          <a:off x="0" y="0"/>
          <a:ext cx="0" cy="0"/>
          <a:chOff x="0" y="0"/>
          <a:chExt cx="0" cy="0"/>
        </a:xfrm>
      </p:grpSpPr>
      <p:sp>
        <p:nvSpPr>
          <p:cNvPr id="6" name="Text Placeholder"/>
          <p:cNvSpPr>
            <a:spLocks noGrp="1"/>
          </p:cNvSpPr>
          <p:nvPr>
            <p:ph type="body" sz="quarter" idx="12"/>
          </p:nvPr>
        </p:nvSpPr>
        <p:spPr>
          <a:xfrm>
            <a:off x="219456" y="201168"/>
            <a:ext cx="1837944" cy="4294632"/>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able Placeholder"/>
          <p:cNvSpPr>
            <a:spLocks noGrp="1"/>
          </p:cNvSpPr>
          <p:nvPr>
            <p:ph type="tbl" sz="quarter" idx="13"/>
          </p:nvPr>
        </p:nvSpPr>
        <p:spPr>
          <a:xfrm>
            <a:off x="2505457" y="201168"/>
            <a:ext cx="6409876" cy="4294632"/>
          </a:xfrm>
        </p:spPr>
        <p:txBody>
          <a:bodyPr lIns="0" tIns="0" rIns="91440" bIns="91440"/>
          <a:lstStyle>
            <a:lvl1pPr>
              <a:defRPr>
                <a:solidFill>
                  <a:schemeClr val="tx1"/>
                </a:solidFill>
              </a:defRPr>
            </a:lvl1pPr>
          </a:lstStyle>
          <a:p>
            <a:r>
              <a:rPr lang="en-US"/>
              <a:t>Click icon to add table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211072089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blank (with footer)">
    <p:spTree>
      <p:nvGrpSpPr>
        <p:cNvPr id="1" name=""/>
        <p:cNvGrpSpPr/>
        <p:nvPr/>
      </p:nvGrpSpPr>
      <p:grpSpPr>
        <a:xfrm>
          <a:off x="0" y="0"/>
          <a:ext cx="0" cy="0"/>
          <a:chOff x="0" y="0"/>
          <a:chExt cx="0" cy="0"/>
        </a:xfrm>
      </p:grpSpPr>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836902480"/>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blank (no footer)">
    <p:spTree>
      <p:nvGrpSpPr>
        <p:cNvPr id="1" name=""/>
        <p:cNvGrpSpPr/>
        <p:nvPr/>
      </p:nvGrpSpPr>
      <p:grpSpPr>
        <a:xfrm>
          <a:off x="0" y="0"/>
          <a:ext cx="0" cy="0"/>
          <a:chOff x="0" y="0"/>
          <a:chExt cx="0" cy="0"/>
        </a:xfrm>
      </p:grpSpPr>
    </p:spTree>
    <p:extLst>
      <p:ext uri="{BB962C8B-B14F-4D97-AF65-F5344CB8AC3E}">
        <p14:creationId xmlns:p14="http://schemas.microsoft.com/office/powerpoint/2010/main" val="237791773"/>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hank you">
    <p:spTree>
      <p:nvGrpSpPr>
        <p:cNvPr id="1" name=""/>
        <p:cNvGrpSpPr/>
        <p:nvPr/>
      </p:nvGrpSpPr>
      <p:grpSpPr>
        <a:xfrm>
          <a:off x="0" y="0"/>
          <a:ext cx="0" cy="0"/>
          <a:chOff x="0" y="0"/>
          <a:chExt cx="0" cy="0"/>
        </a:xfrm>
      </p:grpSpPr>
      <p:sp>
        <p:nvSpPr>
          <p:cNvPr id="2" name="Title"/>
          <p:cNvSpPr>
            <a:spLocks noGrp="1"/>
          </p:cNvSpPr>
          <p:nvPr>
            <p:ph type="title"/>
          </p:nvPr>
        </p:nvSpPr>
        <p:spPr>
          <a:xfrm>
            <a:off x="210312" y="201168"/>
            <a:ext cx="4142232" cy="804672"/>
          </a:xfrm>
        </p:spPr>
        <p:txBody>
          <a:bodyPr/>
          <a:lstStyle>
            <a:lvl1pPr>
              <a:defRPr>
                <a:solidFill>
                  <a:schemeClr val="tx1"/>
                </a:solidFill>
              </a:defRPr>
            </a:lvl1pPr>
          </a:lstStyle>
          <a:p>
            <a:r>
              <a:rPr lang="en-US"/>
              <a:t>Click to edit Master title style</a:t>
            </a:r>
            <a:endParaRPr lang="en-US" dirty="0"/>
          </a:p>
        </p:txBody>
      </p:sp>
      <p:sp>
        <p:nvSpPr>
          <p:cNvPr id="8" name="Text Placeholder 1"/>
          <p:cNvSpPr>
            <a:spLocks noGrp="1"/>
          </p:cNvSpPr>
          <p:nvPr>
            <p:ph type="body" sz="quarter" idx="13"/>
          </p:nvPr>
        </p:nvSpPr>
        <p:spPr>
          <a:xfrm>
            <a:off x="219456" y="1261872"/>
            <a:ext cx="4123944" cy="1309878"/>
          </a:xfrm>
        </p:spPr>
        <p:txBody>
          <a:bodyPr/>
          <a:lstStyle>
            <a:lvl1pPr>
              <a:spcBef>
                <a:spcPts val="0"/>
              </a:spcBef>
              <a:defRPr sz="1000">
                <a:solidFill>
                  <a:schemeClr val="tx1"/>
                </a:solidFill>
              </a:defRPr>
            </a:lvl1pPr>
            <a:lvl2pPr marL="0" indent="0">
              <a:spcBef>
                <a:spcPts val="0"/>
              </a:spcBef>
              <a:buNone/>
              <a:defRPr/>
            </a:lvl2pPr>
            <a:lvl3pPr marL="201615" indent="0">
              <a:buNone/>
              <a:defRPr/>
            </a:lvl3pPr>
            <a:lvl4pPr marL="434981" indent="0">
              <a:buNone/>
              <a:defRPr/>
            </a:lvl4pPr>
            <a:lvl5pPr marL="631833" indent="0">
              <a:buNone/>
              <a:defRPr/>
            </a:lvl5pPr>
          </a:lstStyle>
          <a:p>
            <a:pPr lvl="0"/>
            <a:r>
              <a:rPr lang="en-US"/>
              <a:t>Click to edit Master text styles</a:t>
            </a:r>
          </a:p>
        </p:txBody>
      </p:sp>
      <p:sp>
        <p:nvSpPr>
          <p:cNvPr id="6" name="Text Placeholder 2">
            <a:extLst>
              <a:ext uri="{FF2B5EF4-FFF2-40B4-BE49-F238E27FC236}">
                <a16:creationId xmlns:a16="http://schemas.microsoft.com/office/drawing/2014/main" id="{11C6F2CA-B8B6-BF4F-8900-E2319DA9DD35}"/>
              </a:ext>
            </a:extLst>
          </p:cNvPr>
          <p:cNvSpPr>
            <a:spLocks noGrp="1"/>
          </p:cNvSpPr>
          <p:nvPr>
            <p:ph type="body" sz="quarter" idx="14"/>
          </p:nvPr>
        </p:nvSpPr>
        <p:spPr>
          <a:xfrm>
            <a:off x="219456" y="3209544"/>
            <a:ext cx="6409944" cy="1307592"/>
          </a:xfrm>
        </p:spPr>
        <p:txBody>
          <a:bodyPr anchor="b"/>
          <a:lstStyle>
            <a:lvl1pPr>
              <a:spcBef>
                <a:spcPts val="300"/>
              </a:spcBef>
              <a:defRPr sz="600">
                <a:solidFill>
                  <a:schemeClr val="tx1"/>
                </a:solidFill>
              </a:defRPr>
            </a:lvl1pPr>
            <a:lvl2pPr>
              <a:defRPr sz="600"/>
            </a:lvl2pPr>
            <a:lvl3pPr>
              <a:defRPr sz="600"/>
            </a:lvl3pPr>
            <a:lvl4pPr>
              <a:defRPr sz="600"/>
            </a:lvl4pPr>
            <a:lvl5pPr>
              <a:defRPr sz="600"/>
            </a:lvl5pPr>
          </a:lstStyle>
          <a:p>
            <a:pPr lvl="0"/>
            <a:r>
              <a:rPr lang="en-US"/>
              <a:t>Click to edit Master text styles</a:t>
            </a:r>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1844821336"/>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Animated Rebus sign-off (red40)">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BE30253-DA74-3E44-9BC6-8B5C1DD668E3}"/>
              </a:ext>
            </a:extLst>
          </p:cNvPr>
          <p:cNvPicPr>
            <a:picLocks noChangeAspect="1"/>
          </p:cNvPicPr>
          <p:nvPr userDrawn="1"/>
        </p:nvPicPr>
        <p:blipFill>
          <a:blip r:embed="rId2"/>
          <a:stretch>
            <a:fillRect/>
          </a:stretch>
        </p:blipFill>
        <p:spPr>
          <a:xfrm>
            <a:off x="0" y="0"/>
            <a:ext cx="9144000" cy="5143500"/>
          </a:xfrm>
          <a:prstGeom prst="rect">
            <a:avLst/>
          </a:prstGeom>
        </p:spPr>
      </p:pic>
    </p:spTree>
    <p:extLst>
      <p:ext uri="{BB962C8B-B14F-4D97-AF65-F5344CB8AC3E}">
        <p14:creationId xmlns:p14="http://schemas.microsoft.com/office/powerpoint/2010/main" val="863972361"/>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Animated Rebus sign-off (yellow20)">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85EEBA7C-F498-524A-9427-6358C4846A40}"/>
              </a:ext>
            </a:extLst>
          </p:cNvPr>
          <p:cNvPicPr>
            <a:picLocks noChangeAspect="1"/>
          </p:cNvPicPr>
          <p:nvPr userDrawn="1"/>
        </p:nvPicPr>
        <p:blipFill>
          <a:blip r:embed="rId2"/>
          <a:stretch>
            <a:fillRect/>
          </a:stretch>
        </p:blipFill>
        <p:spPr>
          <a:xfrm>
            <a:off x="0" y="0"/>
            <a:ext cx="9144000" cy="5143500"/>
          </a:xfrm>
          <a:prstGeom prst="rect">
            <a:avLst/>
          </a:prstGeom>
        </p:spPr>
      </p:pic>
    </p:spTree>
    <p:extLst>
      <p:ext uri="{BB962C8B-B14F-4D97-AF65-F5344CB8AC3E}">
        <p14:creationId xmlns:p14="http://schemas.microsoft.com/office/powerpoint/2010/main" val="608637993"/>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Animated Rebus sign-off (red20)">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AF54E53-3A23-9A4B-B6FC-E1BD369164DB}"/>
              </a:ext>
            </a:extLst>
          </p:cNvPr>
          <p:cNvPicPr>
            <a:picLocks noChangeAspect="1"/>
          </p:cNvPicPr>
          <p:nvPr userDrawn="1"/>
        </p:nvPicPr>
        <p:blipFill>
          <a:blip r:embed="rId2"/>
          <a:stretch>
            <a:fillRect/>
          </a:stretch>
        </p:blipFill>
        <p:spPr>
          <a:xfrm>
            <a:off x="0" y="0"/>
            <a:ext cx="9144000" cy="5143500"/>
          </a:xfrm>
          <a:prstGeom prst="rect">
            <a:avLst/>
          </a:prstGeom>
        </p:spPr>
      </p:pic>
    </p:spTree>
    <p:extLst>
      <p:ext uri="{BB962C8B-B14F-4D97-AF65-F5344CB8AC3E}">
        <p14:creationId xmlns:p14="http://schemas.microsoft.com/office/powerpoint/2010/main" val="939121377"/>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Animated Rebus sign-off (teal40)">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CC727A0-1A17-074E-8354-E327AC2DBC65}"/>
              </a:ext>
            </a:extLst>
          </p:cNvPr>
          <p:cNvPicPr>
            <a:picLocks noChangeAspect="1"/>
          </p:cNvPicPr>
          <p:nvPr userDrawn="1"/>
        </p:nvPicPr>
        <p:blipFill>
          <a:blip r:embed="rId2"/>
          <a:stretch>
            <a:fillRect/>
          </a:stretch>
        </p:blipFill>
        <p:spPr>
          <a:xfrm>
            <a:off x="0" y="0"/>
            <a:ext cx="9144000" cy="5143500"/>
          </a:xfrm>
          <a:prstGeom prst="rect">
            <a:avLst/>
          </a:prstGeom>
        </p:spPr>
      </p:pic>
    </p:spTree>
    <p:extLst>
      <p:ext uri="{BB962C8B-B14F-4D97-AF65-F5344CB8AC3E}">
        <p14:creationId xmlns:p14="http://schemas.microsoft.com/office/powerpoint/2010/main" val="709517836"/>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Animated Rebus sign-off (grey20)">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5835D96-8926-B845-B252-0835183F2183}"/>
              </a:ext>
            </a:extLst>
          </p:cNvPr>
          <p:cNvPicPr>
            <a:picLocks noChangeAspect="1"/>
          </p:cNvPicPr>
          <p:nvPr userDrawn="1"/>
        </p:nvPicPr>
        <p:blipFill>
          <a:blip r:embed="rId2"/>
          <a:stretch>
            <a:fillRect/>
          </a:stretch>
        </p:blipFill>
        <p:spPr>
          <a:xfrm>
            <a:off x="0" y="0"/>
            <a:ext cx="9144000" cy="5143500"/>
          </a:xfrm>
          <a:prstGeom prst="rect">
            <a:avLst/>
          </a:prstGeom>
        </p:spPr>
      </p:pic>
    </p:spTree>
    <p:extLst>
      <p:ext uri="{BB962C8B-B14F-4D97-AF65-F5344CB8AC3E}">
        <p14:creationId xmlns:p14="http://schemas.microsoft.com/office/powerpoint/2010/main" val="636895916"/>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Static Rebus sign-off (red40)">
    <p:bg>
      <p:bgPr>
        <a:solidFill>
          <a:srgbClr val="FF8389"/>
        </a:solidFill>
        <a:effectLst/>
      </p:bgPr>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9A8F4BF4-3AA1-0047-B77A-5F3E5D58781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795105" y="1329496"/>
            <a:ext cx="1541972" cy="2465608"/>
          </a:xfrm>
          <a:prstGeom prst="rect">
            <a:avLst/>
          </a:prstGeom>
        </p:spPr>
      </p:pic>
    </p:spTree>
    <p:extLst>
      <p:ext uri="{BB962C8B-B14F-4D97-AF65-F5344CB8AC3E}">
        <p14:creationId xmlns:p14="http://schemas.microsoft.com/office/powerpoint/2010/main" val="1218373390"/>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Static Rebus sign-off (yellow20)">
    <p:bg>
      <p:bgPr>
        <a:solidFill>
          <a:srgbClr val="FDDC69"/>
        </a:solidFill>
        <a:effectLst/>
      </p:bgPr>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9A8F4BF4-3AA1-0047-B77A-5F3E5D58781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795105" y="1329496"/>
            <a:ext cx="1541972" cy="2465608"/>
          </a:xfrm>
          <a:prstGeom prst="rect">
            <a:avLst/>
          </a:prstGeom>
        </p:spPr>
      </p:pic>
    </p:spTree>
    <p:extLst>
      <p:ext uri="{BB962C8B-B14F-4D97-AF65-F5344CB8AC3E}">
        <p14:creationId xmlns:p14="http://schemas.microsoft.com/office/powerpoint/2010/main" val="2893951301"/>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Static Rebus sign-off (red20)">
    <p:bg>
      <p:bgPr>
        <a:solidFill>
          <a:srgbClr val="FFD7D9"/>
        </a:solidFill>
        <a:effectLst/>
      </p:bgPr>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9A8F4BF4-3AA1-0047-B77A-5F3E5D58781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795105" y="1329496"/>
            <a:ext cx="1541972" cy="2465608"/>
          </a:xfrm>
          <a:prstGeom prst="rect">
            <a:avLst/>
          </a:prstGeom>
        </p:spPr>
      </p:pic>
    </p:spTree>
    <p:extLst>
      <p:ext uri="{BB962C8B-B14F-4D97-AF65-F5344CB8AC3E}">
        <p14:creationId xmlns:p14="http://schemas.microsoft.com/office/powerpoint/2010/main" val="3531598489"/>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Static Rebus sign-off (teal40)">
    <p:bg>
      <p:bgPr>
        <a:solidFill>
          <a:srgbClr val="08BDBA"/>
        </a:solidFill>
        <a:effectLst/>
      </p:bgPr>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9A8F4BF4-3AA1-0047-B77A-5F3E5D58781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795105" y="1329496"/>
            <a:ext cx="1541972" cy="2465608"/>
          </a:xfrm>
          <a:prstGeom prst="rect">
            <a:avLst/>
          </a:prstGeom>
        </p:spPr>
      </p:pic>
    </p:spTree>
    <p:extLst>
      <p:ext uri="{BB962C8B-B14F-4D97-AF65-F5344CB8AC3E}">
        <p14:creationId xmlns:p14="http://schemas.microsoft.com/office/powerpoint/2010/main" val="2238985893"/>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ibm sign-off (blue60)">
    <p:spTree>
      <p:nvGrpSpPr>
        <p:cNvPr id="1" name=""/>
        <p:cNvGrpSpPr/>
        <p:nvPr/>
      </p:nvGrpSpPr>
      <p:grpSpPr>
        <a:xfrm>
          <a:off x="0" y="0"/>
          <a:ext cx="0" cy="0"/>
          <a:chOff x="0" y="0"/>
          <a:chExt cx="0" cy="0"/>
        </a:xfrm>
      </p:grpSpPr>
      <p:pic>
        <p:nvPicPr>
          <p:cNvPr id="4" name="Picture">
            <a:extLst>
              <a:ext uri="{FF2B5EF4-FFF2-40B4-BE49-F238E27FC236}">
                <a16:creationId xmlns:a16="http://schemas.microsoft.com/office/drawing/2014/main" id="{934B3B19-0C45-9541-83FA-EE9B1AA972B5}"/>
              </a:ext>
            </a:extLst>
          </p:cNvPr>
          <p:cNvPicPr>
            <a:picLocks noChangeAspect="1"/>
          </p:cNvPicPr>
          <p:nvPr userDrawn="1"/>
        </p:nvPicPr>
        <p:blipFill>
          <a:blip r:embed="rId2"/>
          <a:srcRect/>
          <a:stretch/>
        </p:blipFill>
        <p:spPr>
          <a:xfrm>
            <a:off x="3923198" y="2312885"/>
            <a:ext cx="1297604" cy="517731"/>
          </a:xfrm>
          <a:prstGeom prst="rect">
            <a:avLst/>
          </a:prstGeom>
        </p:spPr>
      </p:pic>
    </p:spTree>
    <p:extLst>
      <p:ext uri="{BB962C8B-B14F-4D97-AF65-F5344CB8AC3E}">
        <p14:creationId xmlns:p14="http://schemas.microsoft.com/office/powerpoint/2010/main" val="356661938"/>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ibm sign-off (blue80)">
    <p:bg>
      <p:bgPr>
        <a:solidFill>
          <a:srgbClr val="BAE6FF"/>
        </a:solidFill>
        <a:effectLst/>
      </p:bgPr>
    </p:bg>
    <p:spTree>
      <p:nvGrpSpPr>
        <p:cNvPr id="1" name=""/>
        <p:cNvGrpSpPr/>
        <p:nvPr/>
      </p:nvGrpSpPr>
      <p:grpSpPr>
        <a:xfrm>
          <a:off x="0" y="0"/>
          <a:ext cx="0" cy="0"/>
          <a:chOff x="0" y="0"/>
          <a:chExt cx="0" cy="0"/>
        </a:xfrm>
      </p:grpSpPr>
      <p:pic>
        <p:nvPicPr>
          <p:cNvPr id="3" name="Picture">
            <a:extLst>
              <a:ext uri="{FF2B5EF4-FFF2-40B4-BE49-F238E27FC236}">
                <a16:creationId xmlns:a16="http://schemas.microsoft.com/office/drawing/2014/main" id="{4A23D73C-34B1-FF44-9B5A-0AD4D78DA0C8}"/>
              </a:ext>
            </a:extLst>
          </p:cNvPr>
          <p:cNvPicPr>
            <a:picLocks noChangeAspect="1"/>
          </p:cNvPicPr>
          <p:nvPr userDrawn="1"/>
        </p:nvPicPr>
        <p:blipFill>
          <a:blip r:embed="rId2"/>
          <a:srcRect/>
          <a:stretch/>
        </p:blipFill>
        <p:spPr>
          <a:xfrm>
            <a:off x="3923198" y="2312885"/>
            <a:ext cx="1297604" cy="517731"/>
          </a:xfrm>
          <a:prstGeom prst="rect">
            <a:avLst/>
          </a:prstGeom>
        </p:spPr>
      </p:pic>
    </p:spTree>
    <p:extLst>
      <p:ext uri="{BB962C8B-B14F-4D97-AF65-F5344CB8AC3E}">
        <p14:creationId xmlns:p14="http://schemas.microsoft.com/office/powerpoint/2010/main" val="455401427"/>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ibm sign-off (black)">
    <p:spTree>
      <p:nvGrpSpPr>
        <p:cNvPr id="1" name=""/>
        <p:cNvGrpSpPr/>
        <p:nvPr/>
      </p:nvGrpSpPr>
      <p:grpSpPr>
        <a:xfrm>
          <a:off x="0" y="0"/>
          <a:ext cx="0" cy="0"/>
          <a:chOff x="0" y="0"/>
          <a:chExt cx="0" cy="0"/>
        </a:xfrm>
      </p:grpSpPr>
      <p:pic>
        <p:nvPicPr>
          <p:cNvPr id="5" name="Picture"/>
          <p:cNvPicPr>
            <a:picLocks noChangeAspect="1"/>
          </p:cNvPicPr>
          <p:nvPr userDrawn="1"/>
        </p:nvPicPr>
        <p:blipFill>
          <a:blip r:embed="rId2"/>
          <a:srcRect/>
          <a:stretch/>
        </p:blipFill>
        <p:spPr>
          <a:xfrm>
            <a:off x="3923197" y="2312884"/>
            <a:ext cx="1297606" cy="517732"/>
          </a:xfrm>
          <a:prstGeom prst="rect">
            <a:avLst/>
          </a:prstGeom>
        </p:spPr>
      </p:pic>
    </p:spTree>
    <p:extLst>
      <p:ext uri="{BB962C8B-B14F-4D97-AF65-F5344CB8AC3E}">
        <p14:creationId xmlns:p14="http://schemas.microsoft.com/office/powerpoint/2010/main" val="121893118"/>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userDrawn="1">
  <p:cSld name="Static Rebus sign-off (grey20)">
    <p:bg>
      <p:bgPr>
        <a:solidFill>
          <a:srgbClr val="E0E0E0"/>
        </a:solidFill>
        <a:effectLst/>
      </p:bgPr>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9A8F4BF4-3AA1-0047-B77A-5F3E5D58781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795105" y="1329496"/>
            <a:ext cx="1541972" cy="2465608"/>
          </a:xfrm>
          <a:prstGeom prst="rect">
            <a:avLst/>
          </a:prstGeom>
        </p:spPr>
      </p:pic>
    </p:spTree>
    <p:extLst>
      <p:ext uri="{BB962C8B-B14F-4D97-AF65-F5344CB8AC3E}">
        <p14:creationId xmlns:p14="http://schemas.microsoft.com/office/powerpoint/2010/main" val="126980322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slideLayout" Target="../slideLayouts/slideLayout47.xml"/><Relationship Id="rId48" Type="http://schemas.openxmlformats.org/officeDocument/2006/relationships/slideLayout" Target="../slideLayouts/slideLayout48.xml"/><Relationship Id="rId4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4" name="Title Placeholder"/>
          <p:cNvSpPr>
            <a:spLocks noGrp="1"/>
          </p:cNvSpPr>
          <p:nvPr>
            <p:ph type="title"/>
          </p:nvPr>
        </p:nvSpPr>
        <p:spPr>
          <a:xfrm>
            <a:off x="210312" y="201168"/>
            <a:ext cx="4142232" cy="4294632"/>
          </a:xfrm>
          <a:prstGeom prst="rect">
            <a:avLst/>
          </a:prstGeom>
        </p:spPr>
        <p:txBody>
          <a:bodyPr vert="horz" lIns="0" tIns="0" rIns="0" bIns="0" rtlCol="0" anchor="t">
            <a:noAutofit/>
          </a:bodyPr>
          <a:lstStyle/>
          <a:p>
            <a:r>
              <a:rPr lang="en-US"/>
              <a:t>Click to edit Master title style</a:t>
            </a:r>
            <a:endParaRPr lang="en-US" dirty="0"/>
          </a:p>
        </p:txBody>
      </p:sp>
      <p:sp>
        <p:nvSpPr>
          <p:cNvPr id="5" name="Text Placeholder"/>
          <p:cNvSpPr>
            <a:spLocks noGrp="1"/>
          </p:cNvSpPr>
          <p:nvPr>
            <p:ph type="body" idx="1"/>
          </p:nvPr>
        </p:nvSpPr>
        <p:spPr>
          <a:xfrm>
            <a:off x="4791456" y="201168"/>
            <a:ext cx="4123944" cy="4294632"/>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Footer Placeholder"/>
          <p:cNvSpPr>
            <a:spLocks noGrp="1"/>
          </p:cNvSpPr>
          <p:nvPr>
            <p:ph type="ftr" sz="quarter" idx="3"/>
          </p:nvPr>
        </p:nvSpPr>
        <p:spPr>
          <a:xfrm>
            <a:off x="228666" y="4800600"/>
            <a:ext cx="4114735" cy="166687"/>
          </a:xfrm>
          <a:prstGeom prst="rect">
            <a:avLst/>
          </a:prstGeom>
        </p:spPr>
        <p:txBody>
          <a:bodyPr vert="horz" lIns="0" tIns="0" rIns="0" bIns="0" rtlCol="0" anchor="ctr"/>
          <a:lstStyle>
            <a:lvl1pPr marL="0" marR="0" indent="0" algn="l" defTabSz="685992" rtl="0" eaLnBrk="1" fontAlgn="auto" latinLnBrk="0" hangingPunct="1">
              <a:lnSpc>
                <a:spcPct val="100000"/>
              </a:lnSpc>
              <a:spcBef>
                <a:spcPts val="0"/>
              </a:spcBef>
              <a:spcAft>
                <a:spcPts val="0"/>
              </a:spcAft>
              <a:buClrTx/>
              <a:buSzTx/>
              <a:buFontTx/>
              <a:buNone/>
              <a:tabLst/>
              <a:defRPr sz="600" b="0" i="0">
                <a:solidFill>
                  <a:schemeClr val="tx1"/>
                </a:solidFill>
                <a:latin typeface="Arial" panose="020B0604020202020204" pitchFamily="34" charset="0"/>
              </a:defRPr>
            </a:lvl1pPr>
          </a:lstStyle>
          <a:p>
            <a:r>
              <a:rPr lang="en-US"/>
              <a:t>IBM Consulting / DOC ID / Month XX, 2022 / © 2022 IBM Corporation</a:t>
            </a:r>
            <a:endParaRPr lang="en-US" dirty="0"/>
          </a:p>
        </p:txBody>
      </p:sp>
      <p:sp>
        <p:nvSpPr>
          <p:cNvPr id="8" name="Slide Number Placeholder"/>
          <p:cNvSpPr>
            <a:spLocks noGrp="1"/>
          </p:cNvSpPr>
          <p:nvPr>
            <p:ph type="sldNum" sz="quarter" idx="4"/>
          </p:nvPr>
        </p:nvSpPr>
        <p:spPr>
          <a:xfrm>
            <a:off x="7086601" y="4800600"/>
            <a:ext cx="1828732" cy="166687"/>
          </a:xfrm>
          <a:prstGeom prst="rect">
            <a:avLst/>
          </a:prstGeom>
        </p:spPr>
        <p:txBody>
          <a:bodyPr vert="horz" lIns="0" tIns="0" rIns="0" bIns="0" rtlCol="0" anchor="ctr"/>
          <a:lstStyle>
            <a:lvl1pPr algn="r">
              <a:defRPr sz="600" b="0" i="0">
                <a:solidFill>
                  <a:schemeClr val="tx1"/>
                </a:solidFill>
                <a:latin typeface="Arial" panose="020B0604020202020204" pitchFamily="34" charset="0"/>
              </a:defRPr>
            </a:lvl1pPr>
          </a:lstStyle>
          <a:p>
            <a:fld id="{59395FB3-9C97-154F-86B2-7E381B951268}" type="slidenum">
              <a:rPr lang="en-US" smtClean="0"/>
              <a:pPr/>
              <a:t>‹#›</a:t>
            </a:fld>
            <a:endParaRPr lang="en-US" dirty="0"/>
          </a:p>
        </p:txBody>
      </p:sp>
      <p:grpSp>
        <p:nvGrpSpPr>
          <p:cNvPr id="3" name="Group 2">
            <a:extLst>
              <a:ext uri="{FF2B5EF4-FFF2-40B4-BE49-F238E27FC236}">
                <a16:creationId xmlns:a16="http://schemas.microsoft.com/office/drawing/2014/main" id="{720BB8D8-C46D-7A4B-97AF-798F102BA8D4}"/>
              </a:ext>
            </a:extLst>
          </p:cNvPr>
          <p:cNvGrpSpPr/>
          <p:nvPr userDrawn="1"/>
        </p:nvGrpSpPr>
        <p:grpSpPr>
          <a:xfrm>
            <a:off x="-109730" y="-110490"/>
            <a:ext cx="9364220" cy="5364480"/>
            <a:chOff x="-109730" y="-110490"/>
            <a:chExt cx="9364220" cy="5364480"/>
          </a:xfrm>
        </p:grpSpPr>
        <p:grpSp>
          <p:nvGrpSpPr>
            <p:cNvPr id="60" name="Group 59"/>
            <p:cNvGrpSpPr/>
            <p:nvPr userDrawn="1"/>
          </p:nvGrpSpPr>
          <p:grpSpPr>
            <a:xfrm>
              <a:off x="228600" y="-110490"/>
              <a:ext cx="8686732" cy="91440"/>
              <a:chOff x="228600" y="-152400"/>
              <a:chExt cx="8686732" cy="152400"/>
            </a:xfrm>
          </p:grpSpPr>
          <p:cxnSp>
            <p:nvCxnSpPr>
              <p:cNvPr id="93" name="Straight Connector 92">
                <a:extLst>
                  <a:ext uri="{C183D7F6-B498-43B3-948B-1728B52AA6E4}">
                    <adec:decorative xmlns:adec="http://schemas.microsoft.com/office/drawing/2017/decorative" val="1"/>
                  </a:ext>
                </a:extLst>
              </p:cNvPr>
              <p:cNvCxnSpPr/>
              <p:nvPr userDrawn="1"/>
            </p:nvCxnSpPr>
            <p:spPr bwMode="auto">
              <a:xfrm rot="5400000" flipH="1">
                <a:off x="152400" y="-762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4" name="Straight Connector 93">
                <a:extLst>
                  <a:ext uri="{C183D7F6-B498-43B3-948B-1728B52AA6E4}">
                    <adec:decorative xmlns:adec="http://schemas.microsoft.com/office/drawing/2017/decorative" val="1"/>
                  </a:ext>
                </a:extLst>
              </p:cNvPr>
              <p:cNvCxnSpPr/>
              <p:nvPr userDrawn="1"/>
            </p:nvCxnSpPr>
            <p:spPr bwMode="auto">
              <a:xfrm rot="5400000" flipH="1">
                <a:off x="1981200" y="-762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5" name="Straight Connector 94">
                <a:extLst>
                  <a:ext uri="{C183D7F6-B498-43B3-948B-1728B52AA6E4}">
                    <adec:decorative xmlns:adec="http://schemas.microsoft.com/office/drawing/2017/decorative" val="1"/>
                  </a:ext>
                </a:extLst>
              </p:cNvPr>
              <p:cNvCxnSpPr/>
              <p:nvPr userDrawn="1"/>
            </p:nvCxnSpPr>
            <p:spPr bwMode="auto">
              <a:xfrm rot="5400000" flipH="1">
                <a:off x="2209800" y="-762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6" name="Straight Connector 95">
                <a:extLst>
                  <a:ext uri="{C183D7F6-B498-43B3-948B-1728B52AA6E4}">
                    <adec:decorative xmlns:adec="http://schemas.microsoft.com/office/drawing/2017/decorative" val="1"/>
                  </a:ext>
                </a:extLst>
              </p:cNvPr>
              <p:cNvCxnSpPr/>
              <p:nvPr userDrawn="1"/>
            </p:nvCxnSpPr>
            <p:spPr bwMode="auto">
              <a:xfrm rot="5400000" flipH="1">
                <a:off x="2438400" y="-762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7" name="Straight Connector 96">
                <a:extLst>
                  <a:ext uri="{C183D7F6-B498-43B3-948B-1728B52AA6E4}">
                    <adec:decorative xmlns:adec="http://schemas.microsoft.com/office/drawing/2017/decorative" val="1"/>
                  </a:ext>
                </a:extLst>
              </p:cNvPr>
              <p:cNvCxnSpPr/>
              <p:nvPr userDrawn="1"/>
            </p:nvCxnSpPr>
            <p:spPr bwMode="auto">
              <a:xfrm rot="5400000" flipH="1">
                <a:off x="4267200" y="-762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8" name="Straight Connector 97">
                <a:extLst>
                  <a:ext uri="{C183D7F6-B498-43B3-948B-1728B52AA6E4}">
                    <adec:decorative xmlns:adec="http://schemas.microsoft.com/office/drawing/2017/decorative" val="1"/>
                  </a:ext>
                </a:extLst>
              </p:cNvPr>
              <p:cNvCxnSpPr/>
              <p:nvPr userDrawn="1"/>
            </p:nvCxnSpPr>
            <p:spPr bwMode="auto">
              <a:xfrm rot="5400000" flipH="1">
                <a:off x="4495800" y="-762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9" name="Straight Connector 98">
                <a:extLst>
                  <a:ext uri="{C183D7F6-B498-43B3-948B-1728B52AA6E4}">
                    <adec:decorative xmlns:adec="http://schemas.microsoft.com/office/drawing/2017/decorative" val="1"/>
                  </a:ext>
                </a:extLst>
              </p:cNvPr>
              <p:cNvCxnSpPr/>
              <p:nvPr userDrawn="1"/>
            </p:nvCxnSpPr>
            <p:spPr bwMode="auto">
              <a:xfrm rot="5400000" flipH="1">
                <a:off x="4724400" y="-762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100" name="Straight Connector 99">
                <a:extLst>
                  <a:ext uri="{C183D7F6-B498-43B3-948B-1728B52AA6E4}">
                    <adec:decorative xmlns:adec="http://schemas.microsoft.com/office/drawing/2017/decorative" val="1"/>
                  </a:ext>
                </a:extLst>
              </p:cNvPr>
              <p:cNvCxnSpPr/>
              <p:nvPr userDrawn="1"/>
            </p:nvCxnSpPr>
            <p:spPr bwMode="auto">
              <a:xfrm rot="5400000" flipH="1">
                <a:off x="6553200" y="-762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101" name="Straight Connector 100">
                <a:extLst>
                  <a:ext uri="{C183D7F6-B498-43B3-948B-1728B52AA6E4}">
                    <adec:decorative xmlns:adec="http://schemas.microsoft.com/office/drawing/2017/decorative" val="1"/>
                  </a:ext>
                </a:extLst>
              </p:cNvPr>
              <p:cNvCxnSpPr/>
              <p:nvPr userDrawn="1"/>
            </p:nvCxnSpPr>
            <p:spPr bwMode="auto">
              <a:xfrm rot="5400000" flipH="1">
                <a:off x="6781800" y="-762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102" name="Straight Connector 101">
                <a:extLst>
                  <a:ext uri="{C183D7F6-B498-43B3-948B-1728B52AA6E4}">
                    <adec:decorative xmlns:adec="http://schemas.microsoft.com/office/drawing/2017/decorative" val="1"/>
                  </a:ext>
                </a:extLst>
              </p:cNvPr>
              <p:cNvCxnSpPr/>
              <p:nvPr userDrawn="1"/>
            </p:nvCxnSpPr>
            <p:spPr bwMode="auto">
              <a:xfrm rot="5400000" flipH="1">
                <a:off x="7010400" y="-762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103" name="Straight Connector 102">
                <a:extLst>
                  <a:ext uri="{C183D7F6-B498-43B3-948B-1728B52AA6E4}">
                    <adec:decorative xmlns:adec="http://schemas.microsoft.com/office/drawing/2017/decorative" val="1"/>
                  </a:ext>
                </a:extLst>
              </p:cNvPr>
              <p:cNvCxnSpPr/>
              <p:nvPr userDrawn="1"/>
            </p:nvCxnSpPr>
            <p:spPr bwMode="auto">
              <a:xfrm rot="5400000" flipH="1">
                <a:off x="8839132" y="-762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grpSp>
        <p:grpSp>
          <p:nvGrpSpPr>
            <p:cNvPr id="61" name="Group 60"/>
            <p:cNvGrpSpPr/>
            <p:nvPr userDrawn="1"/>
          </p:nvGrpSpPr>
          <p:grpSpPr>
            <a:xfrm>
              <a:off x="228600" y="5162550"/>
              <a:ext cx="8686732" cy="91440"/>
              <a:chOff x="228600" y="5143500"/>
              <a:chExt cx="8686732" cy="152400"/>
            </a:xfrm>
          </p:grpSpPr>
          <p:cxnSp>
            <p:nvCxnSpPr>
              <p:cNvPr id="82" name="Straight Connector 81">
                <a:extLst>
                  <a:ext uri="{C183D7F6-B498-43B3-948B-1728B52AA6E4}">
                    <adec:decorative xmlns:adec="http://schemas.microsoft.com/office/drawing/2017/decorative" val="1"/>
                  </a:ext>
                </a:extLst>
              </p:cNvPr>
              <p:cNvCxnSpPr/>
              <p:nvPr userDrawn="1"/>
            </p:nvCxnSpPr>
            <p:spPr bwMode="auto">
              <a:xfrm rot="5400000" flipH="1">
                <a:off x="152400" y="52197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3" name="Straight Connector 82">
                <a:extLst>
                  <a:ext uri="{C183D7F6-B498-43B3-948B-1728B52AA6E4}">
                    <adec:decorative xmlns:adec="http://schemas.microsoft.com/office/drawing/2017/decorative" val="1"/>
                  </a:ext>
                </a:extLst>
              </p:cNvPr>
              <p:cNvCxnSpPr/>
              <p:nvPr userDrawn="1"/>
            </p:nvCxnSpPr>
            <p:spPr bwMode="auto">
              <a:xfrm rot="5400000" flipH="1">
                <a:off x="1981200" y="52197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4" name="Straight Connector 83">
                <a:extLst>
                  <a:ext uri="{C183D7F6-B498-43B3-948B-1728B52AA6E4}">
                    <adec:decorative xmlns:adec="http://schemas.microsoft.com/office/drawing/2017/decorative" val="1"/>
                  </a:ext>
                </a:extLst>
              </p:cNvPr>
              <p:cNvCxnSpPr/>
              <p:nvPr userDrawn="1"/>
            </p:nvCxnSpPr>
            <p:spPr bwMode="auto">
              <a:xfrm rot="5400000" flipH="1">
                <a:off x="2209800" y="52197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5" name="Straight Connector 84">
                <a:extLst>
                  <a:ext uri="{C183D7F6-B498-43B3-948B-1728B52AA6E4}">
                    <adec:decorative xmlns:adec="http://schemas.microsoft.com/office/drawing/2017/decorative" val="1"/>
                  </a:ext>
                </a:extLst>
              </p:cNvPr>
              <p:cNvCxnSpPr/>
              <p:nvPr userDrawn="1"/>
            </p:nvCxnSpPr>
            <p:spPr bwMode="auto">
              <a:xfrm rot="5400000" flipH="1">
                <a:off x="2438400" y="52197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6" name="Straight Connector 85">
                <a:extLst>
                  <a:ext uri="{C183D7F6-B498-43B3-948B-1728B52AA6E4}">
                    <adec:decorative xmlns:adec="http://schemas.microsoft.com/office/drawing/2017/decorative" val="1"/>
                  </a:ext>
                </a:extLst>
              </p:cNvPr>
              <p:cNvCxnSpPr/>
              <p:nvPr userDrawn="1"/>
            </p:nvCxnSpPr>
            <p:spPr bwMode="auto">
              <a:xfrm rot="5400000" flipH="1">
                <a:off x="4267200" y="52197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7" name="Straight Connector 86">
                <a:extLst>
                  <a:ext uri="{C183D7F6-B498-43B3-948B-1728B52AA6E4}">
                    <adec:decorative xmlns:adec="http://schemas.microsoft.com/office/drawing/2017/decorative" val="1"/>
                  </a:ext>
                </a:extLst>
              </p:cNvPr>
              <p:cNvCxnSpPr/>
              <p:nvPr userDrawn="1"/>
            </p:nvCxnSpPr>
            <p:spPr bwMode="auto">
              <a:xfrm rot="5400000" flipH="1">
                <a:off x="4495800" y="52197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8" name="Straight Connector 87">
                <a:extLst>
                  <a:ext uri="{C183D7F6-B498-43B3-948B-1728B52AA6E4}">
                    <adec:decorative xmlns:adec="http://schemas.microsoft.com/office/drawing/2017/decorative" val="1"/>
                  </a:ext>
                </a:extLst>
              </p:cNvPr>
              <p:cNvCxnSpPr/>
              <p:nvPr userDrawn="1"/>
            </p:nvCxnSpPr>
            <p:spPr bwMode="auto">
              <a:xfrm rot="5400000" flipH="1">
                <a:off x="4724400" y="52197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9" name="Straight Connector 88">
                <a:extLst>
                  <a:ext uri="{C183D7F6-B498-43B3-948B-1728B52AA6E4}">
                    <adec:decorative xmlns:adec="http://schemas.microsoft.com/office/drawing/2017/decorative" val="1"/>
                  </a:ext>
                </a:extLst>
              </p:cNvPr>
              <p:cNvCxnSpPr/>
              <p:nvPr userDrawn="1"/>
            </p:nvCxnSpPr>
            <p:spPr bwMode="auto">
              <a:xfrm rot="5400000" flipH="1">
                <a:off x="6553200" y="52197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0" name="Straight Connector 89">
                <a:extLst>
                  <a:ext uri="{C183D7F6-B498-43B3-948B-1728B52AA6E4}">
                    <adec:decorative xmlns:adec="http://schemas.microsoft.com/office/drawing/2017/decorative" val="1"/>
                  </a:ext>
                </a:extLst>
              </p:cNvPr>
              <p:cNvCxnSpPr/>
              <p:nvPr userDrawn="1"/>
            </p:nvCxnSpPr>
            <p:spPr bwMode="auto">
              <a:xfrm rot="5400000" flipH="1">
                <a:off x="6781800" y="52197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1" name="Straight Connector 90">
                <a:extLst>
                  <a:ext uri="{C183D7F6-B498-43B3-948B-1728B52AA6E4}">
                    <adec:decorative xmlns:adec="http://schemas.microsoft.com/office/drawing/2017/decorative" val="1"/>
                  </a:ext>
                </a:extLst>
              </p:cNvPr>
              <p:cNvCxnSpPr/>
              <p:nvPr userDrawn="1"/>
            </p:nvCxnSpPr>
            <p:spPr bwMode="auto">
              <a:xfrm rot="5400000" flipH="1">
                <a:off x="7010400" y="52197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2" name="Straight Connector 91">
                <a:extLst>
                  <a:ext uri="{C183D7F6-B498-43B3-948B-1728B52AA6E4}">
                    <adec:decorative xmlns:adec="http://schemas.microsoft.com/office/drawing/2017/decorative" val="1"/>
                  </a:ext>
                </a:extLst>
              </p:cNvPr>
              <p:cNvCxnSpPr/>
              <p:nvPr userDrawn="1"/>
            </p:nvCxnSpPr>
            <p:spPr bwMode="auto">
              <a:xfrm rot="5400000" flipH="1">
                <a:off x="8839132" y="52197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grpSp>
        <p:grpSp>
          <p:nvGrpSpPr>
            <p:cNvPr id="62" name="Group 61"/>
            <p:cNvGrpSpPr/>
            <p:nvPr userDrawn="1"/>
          </p:nvGrpSpPr>
          <p:grpSpPr>
            <a:xfrm>
              <a:off x="-109730" y="228219"/>
              <a:ext cx="91440" cy="4686681"/>
              <a:chOff x="-109730" y="228219"/>
              <a:chExt cx="91440" cy="4686681"/>
            </a:xfrm>
          </p:grpSpPr>
          <p:cxnSp>
            <p:nvCxnSpPr>
              <p:cNvPr id="73" name="Straight Connector 72">
                <a:extLst>
                  <a:ext uri="{C183D7F6-B498-43B3-948B-1728B52AA6E4}">
                    <adec:decorative xmlns:adec="http://schemas.microsoft.com/office/drawing/2017/decorative" val="1"/>
                  </a:ext>
                </a:extLst>
              </p:cNvPr>
              <p:cNvCxnSpPr/>
              <p:nvPr userDrawn="1"/>
            </p:nvCxnSpPr>
            <p:spPr bwMode="auto">
              <a:xfrm flipH="1">
                <a:off x="-109730" y="653796"/>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4" name="Straight Connector 73">
                <a:extLst>
                  <a:ext uri="{C183D7F6-B498-43B3-948B-1728B52AA6E4}">
                    <adec:decorative xmlns:adec="http://schemas.microsoft.com/office/drawing/2017/decorative" val="1"/>
                  </a:ext>
                </a:extLst>
              </p:cNvPr>
              <p:cNvCxnSpPr/>
              <p:nvPr userDrawn="1"/>
            </p:nvCxnSpPr>
            <p:spPr bwMode="auto">
              <a:xfrm flipH="1">
                <a:off x="-109730" y="1289304"/>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5" name="Straight Connector 74">
                <a:extLst>
                  <a:ext uri="{C183D7F6-B498-43B3-948B-1728B52AA6E4}">
                    <adec:decorative xmlns:adec="http://schemas.microsoft.com/office/drawing/2017/decorative" val="1"/>
                  </a:ext>
                </a:extLst>
              </p:cNvPr>
              <p:cNvCxnSpPr/>
              <p:nvPr userDrawn="1"/>
            </p:nvCxnSpPr>
            <p:spPr bwMode="auto">
              <a:xfrm flipH="1">
                <a:off x="-109730" y="1929384"/>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6" name="Straight Connector 75">
                <a:extLst>
                  <a:ext uri="{C183D7F6-B498-43B3-948B-1728B52AA6E4}">
                    <adec:decorative xmlns:adec="http://schemas.microsoft.com/office/drawing/2017/decorative" val="1"/>
                  </a:ext>
                </a:extLst>
              </p:cNvPr>
              <p:cNvCxnSpPr/>
              <p:nvPr userDrawn="1"/>
            </p:nvCxnSpPr>
            <p:spPr bwMode="auto">
              <a:xfrm flipH="1">
                <a:off x="-109730" y="2570990"/>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7" name="Straight Connector 76">
                <a:extLst>
                  <a:ext uri="{C183D7F6-B498-43B3-948B-1728B52AA6E4}">
                    <adec:decorative xmlns:adec="http://schemas.microsoft.com/office/drawing/2017/decorative" val="1"/>
                  </a:ext>
                </a:extLst>
              </p:cNvPr>
              <p:cNvCxnSpPr/>
              <p:nvPr userDrawn="1"/>
            </p:nvCxnSpPr>
            <p:spPr bwMode="auto">
              <a:xfrm flipH="1">
                <a:off x="-109730" y="3209544"/>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8" name="Straight Connector 77">
                <a:extLst>
                  <a:ext uri="{C183D7F6-B498-43B3-948B-1728B52AA6E4}">
                    <adec:decorative xmlns:adec="http://schemas.microsoft.com/office/drawing/2017/decorative" val="1"/>
                  </a:ext>
                </a:extLst>
              </p:cNvPr>
              <p:cNvCxnSpPr/>
              <p:nvPr userDrawn="1"/>
            </p:nvCxnSpPr>
            <p:spPr bwMode="auto">
              <a:xfrm flipH="1">
                <a:off x="-109730" y="3849624"/>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9" name="Straight Connector 78">
                <a:extLst>
                  <a:ext uri="{C183D7F6-B498-43B3-948B-1728B52AA6E4}">
                    <adec:decorative xmlns:adec="http://schemas.microsoft.com/office/drawing/2017/decorative" val="1"/>
                  </a:ext>
                </a:extLst>
              </p:cNvPr>
              <p:cNvCxnSpPr/>
              <p:nvPr userDrawn="1"/>
            </p:nvCxnSpPr>
            <p:spPr bwMode="auto">
              <a:xfrm flipH="1">
                <a:off x="-109730" y="4497451"/>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0" name="Straight Connector 79">
                <a:extLst>
                  <a:ext uri="{C183D7F6-B498-43B3-948B-1728B52AA6E4}">
                    <adec:decorative xmlns:adec="http://schemas.microsoft.com/office/drawing/2017/decorative" val="1"/>
                  </a:ext>
                </a:extLst>
              </p:cNvPr>
              <p:cNvCxnSpPr/>
              <p:nvPr userDrawn="1"/>
            </p:nvCxnSpPr>
            <p:spPr bwMode="auto">
              <a:xfrm flipH="1">
                <a:off x="-109730" y="228219"/>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1" name="Straight Connector 80">
                <a:extLst>
                  <a:ext uri="{C183D7F6-B498-43B3-948B-1728B52AA6E4}">
                    <adec:decorative xmlns:adec="http://schemas.microsoft.com/office/drawing/2017/decorative" val="1"/>
                  </a:ext>
                </a:extLst>
              </p:cNvPr>
              <p:cNvCxnSpPr/>
              <p:nvPr userDrawn="1"/>
            </p:nvCxnSpPr>
            <p:spPr bwMode="auto">
              <a:xfrm flipH="1">
                <a:off x="-109730" y="4914900"/>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grpSp>
        <p:grpSp>
          <p:nvGrpSpPr>
            <p:cNvPr id="63" name="Group 62"/>
            <p:cNvGrpSpPr/>
            <p:nvPr userDrawn="1"/>
          </p:nvGrpSpPr>
          <p:grpSpPr>
            <a:xfrm>
              <a:off x="9163050" y="228219"/>
              <a:ext cx="91440" cy="4685665"/>
              <a:chOff x="-109730" y="221869"/>
              <a:chExt cx="91440" cy="4685665"/>
            </a:xfrm>
          </p:grpSpPr>
          <p:cxnSp>
            <p:nvCxnSpPr>
              <p:cNvPr id="64" name="Straight Connector 63">
                <a:extLst>
                  <a:ext uri="{C183D7F6-B498-43B3-948B-1728B52AA6E4}">
                    <adec:decorative xmlns:adec="http://schemas.microsoft.com/office/drawing/2017/decorative" val="1"/>
                  </a:ext>
                </a:extLst>
              </p:cNvPr>
              <p:cNvCxnSpPr/>
              <p:nvPr userDrawn="1"/>
            </p:nvCxnSpPr>
            <p:spPr bwMode="auto">
              <a:xfrm flipH="1">
                <a:off x="-109730" y="647446"/>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65" name="Straight Connector 64">
                <a:extLst>
                  <a:ext uri="{C183D7F6-B498-43B3-948B-1728B52AA6E4}">
                    <adec:decorative xmlns:adec="http://schemas.microsoft.com/office/drawing/2017/decorative" val="1"/>
                  </a:ext>
                </a:extLst>
              </p:cNvPr>
              <p:cNvCxnSpPr/>
              <p:nvPr userDrawn="1"/>
            </p:nvCxnSpPr>
            <p:spPr bwMode="auto">
              <a:xfrm flipH="1">
                <a:off x="-109730" y="1282954"/>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66" name="Straight Connector 65">
                <a:extLst>
                  <a:ext uri="{C183D7F6-B498-43B3-948B-1728B52AA6E4}">
                    <adec:decorative xmlns:adec="http://schemas.microsoft.com/office/drawing/2017/decorative" val="1"/>
                  </a:ext>
                </a:extLst>
              </p:cNvPr>
              <p:cNvCxnSpPr/>
              <p:nvPr userDrawn="1"/>
            </p:nvCxnSpPr>
            <p:spPr bwMode="auto">
              <a:xfrm flipH="1">
                <a:off x="-109730" y="1923034"/>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67" name="Straight Connector 66">
                <a:extLst>
                  <a:ext uri="{C183D7F6-B498-43B3-948B-1728B52AA6E4}">
                    <adec:decorative xmlns:adec="http://schemas.microsoft.com/office/drawing/2017/decorative" val="1"/>
                  </a:ext>
                </a:extLst>
              </p:cNvPr>
              <p:cNvCxnSpPr/>
              <p:nvPr userDrawn="1"/>
            </p:nvCxnSpPr>
            <p:spPr bwMode="auto">
              <a:xfrm flipH="1">
                <a:off x="-109730" y="2563114"/>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68" name="Straight Connector 67">
                <a:extLst>
                  <a:ext uri="{C183D7F6-B498-43B3-948B-1728B52AA6E4}">
                    <adec:decorative xmlns:adec="http://schemas.microsoft.com/office/drawing/2017/decorative" val="1"/>
                  </a:ext>
                </a:extLst>
              </p:cNvPr>
              <p:cNvCxnSpPr/>
              <p:nvPr userDrawn="1"/>
            </p:nvCxnSpPr>
            <p:spPr bwMode="auto">
              <a:xfrm flipH="1">
                <a:off x="-109730" y="3203194"/>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69" name="Straight Connector 68">
                <a:extLst>
                  <a:ext uri="{C183D7F6-B498-43B3-948B-1728B52AA6E4}">
                    <adec:decorative xmlns:adec="http://schemas.microsoft.com/office/drawing/2017/decorative" val="1"/>
                  </a:ext>
                </a:extLst>
              </p:cNvPr>
              <p:cNvCxnSpPr/>
              <p:nvPr userDrawn="1"/>
            </p:nvCxnSpPr>
            <p:spPr bwMode="auto">
              <a:xfrm flipH="1">
                <a:off x="-109730" y="3843274"/>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0" name="Straight Connector 69">
                <a:extLst>
                  <a:ext uri="{C183D7F6-B498-43B3-948B-1728B52AA6E4}">
                    <adec:decorative xmlns:adec="http://schemas.microsoft.com/office/drawing/2017/decorative" val="1"/>
                  </a:ext>
                </a:extLst>
              </p:cNvPr>
              <p:cNvCxnSpPr/>
              <p:nvPr userDrawn="1"/>
            </p:nvCxnSpPr>
            <p:spPr bwMode="auto">
              <a:xfrm flipH="1">
                <a:off x="-109730" y="4491101"/>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1" name="Straight Connector 70">
                <a:extLst>
                  <a:ext uri="{C183D7F6-B498-43B3-948B-1728B52AA6E4}">
                    <adec:decorative xmlns:adec="http://schemas.microsoft.com/office/drawing/2017/decorative" val="1"/>
                  </a:ext>
                </a:extLst>
              </p:cNvPr>
              <p:cNvCxnSpPr/>
              <p:nvPr userDrawn="1"/>
            </p:nvCxnSpPr>
            <p:spPr bwMode="auto">
              <a:xfrm flipH="1">
                <a:off x="-109730" y="221869"/>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2" name="Straight Connector 71">
                <a:extLst>
                  <a:ext uri="{C183D7F6-B498-43B3-948B-1728B52AA6E4}">
                    <adec:decorative xmlns:adec="http://schemas.microsoft.com/office/drawing/2017/decorative" val="1"/>
                  </a:ext>
                </a:extLst>
              </p:cNvPr>
              <p:cNvCxnSpPr/>
              <p:nvPr userDrawn="1"/>
            </p:nvCxnSpPr>
            <p:spPr bwMode="auto">
              <a:xfrm flipH="1">
                <a:off x="-109730" y="4907534"/>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grpSp>
      </p:grpSp>
    </p:spTree>
    <p:extLst>
      <p:ext uri="{BB962C8B-B14F-4D97-AF65-F5344CB8AC3E}">
        <p14:creationId xmlns:p14="http://schemas.microsoft.com/office/powerpoint/2010/main" val="240078074"/>
      </p:ext>
    </p:extLst>
  </p:cSld>
  <p:clrMap bg1="dk1" tx1="lt1" bg2="dk2" tx2="lt2" accent1="accent1" accent2="accent2" accent3="accent3" accent4="accent4" accent5="accent5" accent6="accent6" hlink="hlink" folHlink="folHlink"/>
  <p:sldLayoutIdLst>
    <p:sldLayoutId id="2147483892" r:id="rId1"/>
    <p:sldLayoutId id="2147483926" r:id="rId2"/>
    <p:sldLayoutId id="2147483935" r:id="rId3"/>
    <p:sldLayoutId id="2147483938" r:id="rId4"/>
    <p:sldLayoutId id="2147483939" r:id="rId5"/>
    <p:sldLayoutId id="2147483893" r:id="rId6"/>
    <p:sldLayoutId id="2147483894" r:id="rId7"/>
    <p:sldLayoutId id="2147483895" r:id="rId8"/>
    <p:sldLayoutId id="2147483896" r:id="rId9"/>
    <p:sldLayoutId id="2147483897" r:id="rId10"/>
    <p:sldLayoutId id="2147483898" r:id="rId11"/>
    <p:sldLayoutId id="2147483899" r:id="rId12"/>
    <p:sldLayoutId id="2147483900" r:id="rId13"/>
    <p:sldLayoutId id="2147483901" r:id="rId14"/>
    <p:sldLayoutId id="2147483902" r:id="rId15"/>
    <p:sldLayoutId id="2147483903" r:id="rId16"/>
    <p:sldLayoutId id="2147483904" r:id="rId17"/>
    <p:sldLayoutId id="2147483905" r:id="rId18"/>
    <p:sldLayoutId id="2147483906" r:id="rId19"/>
    <p:sldLayoutId id="2147483907" r:id="rId20"/>
    <p:sldLayoutId id="2147483908" r:id="rId21"/>
    <p:sldLayoutId id="2147483909" r:id="rId22"/>
    <p:sldLayoutId id="2147483910" r:id="rId23"/>
    <p:sldLayoutId id="2147483911" r:id="rId24"/>
    <p:sldLayoutId id="2147483912" r:id="rId25"/>
    <p:sldLayoutId id="2147483913" r:id="rId26"/>
    <p:sldLayoutId id="2147483914" r:id="rId27"/>
    <p:sldLayoutId id="2147483915" r:id="rId28"/>
    <p:sldLayoutId id="2147483916" r:id="rId29"/>
    <p:sldLayoutId id="2147483917" r:id="rId30"/>
    <p:sldLayoutId id="2147483918" r:id="rId31"/>
    <p:sldLayoutId id="2147483919" r:id="rId32"/>
    <p:sldLayoutId id="2147483920" r:id="rId33"/>
    <p:sldLayoutId id="2147483921" r:id="rId34"/>
    <p:sldLayoutId id="2147483922" r:id="rId35"/>
    <p:sldLayoutId id="2147483941" r:id="rId36"/>
    <p:sldLayoutId id="2147483942" r:id="rId37"/>
    <p:sldLayoutId id="2147483943" r:id="rId38"/>
    <p:sldLayoutId id="2147483944" r:id="rId39"/>
    <p:sldLayoutId id="2147483945" r:id="rId40"/>
    <p:sldLayoutId id="2147483946" r:id="rId41"/>
    <p:sldLayoutId id="2147483947" r:id="rId42"/>
    <p:sldLayoutId id="2147483948" r:id="rId43"/>
    <p:sldLayoutId id="2147483949" r:id="rId44"/>
    <p:sldLayoutId id="2147483933" r:id="rId45"/>
    <p:sldLayoutId id="2147483934" r:id="rId46"/>
    <p:sldLayoutId id="2147483923" r:id="rId47"/>
    <p:sldLayoutId id="2147483950" r:id="rId48"/>
  </p:sldLayoutIdLst>
  <p:hf hdr="0" dt="0"/>
  <p:txStyles>
    <p:titleStyle>
      <a:lvl1pPr algn="l" rtl="0" eaLnBrk="1" fontAlgn="base" hangingPunct="1">
        <a:lnSpc>
          <a:spcPct val="90000"/>
        </a:lnSpc>
        <a:spcBef>
          <a:spcPct val="0"/>
        </a:spcBef>
        <a:spcAft>
          <a:spcPct val="0"/>
        </a:spcAft>
        <a:defRPr sz="2400" b="0" i="0">
          <a:solidFill>
            <a:schemeClr val="tx1"/>
          </a:solidFill>
          <a:latin typeface="Arial" panose="020B0604020202020204" pitchFamily="34" charset="0"/>
          <a:ea typeface="Arial" panose="020B0604020202020204" pitchFamily="34" charset="0"/>
          <a:cs typeface="Arial" panose="020B0604020202020204" pitchFamily="34" charset="0"/>
        </a:defRPr>
      </a:lvl1pPr>
      <a:lvl2pPr algn="l" rtl="0" eaLnBrk="1" fontAlgn="base" hangingPunct="1">
        <a:lnSpc>
          <a:spcPct val="90000"/>
        </a:lnSpc>
        <a:spcBef>
          <a:spcPct val="0"/>
        </a:spcBef>
        <a:spcAft>
          <a:spcPct val="0"/>
        </a:spcAft>
        <a:defRPr sz="2220">
          <a:solidFill>
            <a:srgbClr val="191919"/>
          </a:solidFill>
          <a:latin typeface="IBM Plex Sans Light" pitchFamily="34" charset="0"/>
        </a:defRPr>
      </a:lvl2pPr>
      <a:lvl3pPr algn="l" rtl="0" eaLnBrk="1" fontAlgn="base" hangingPunct="1">
        <a:lnSpc>
          <a:spcPct val="90000"/>
        </a:lnSpc>
        <a:spcBef>
          <a:spcPct val="0"/>
        </a:spcBef>
        <a:spcAft>
          <a:spcPct val="0"/>
        </a:spcAft>
        <a:defRPr sz="2220">
          <a:solidFill>
            <a:srgbClr val="191919"/>
          </a:solidFill>
          <a:latin typeface="IBM Plex Sans Light" pitchFamily="34" charset="0"/>
        </a:defRPr>
      </a:lvl3pPr>
      <a:lvl4pPr algn="l" rtl="0" eaLnBrk="1" fontAlgn="base" hangingPunct="1">
        <a:lnSpc>
          <a:spcPct val="90000"/>
        </a:lnSpc>
        <a:spcBef>
          <a:spcPct val="0"/>
        </a:spcBef>
        <a:spcAft>
          <a:spcPct val="0"/>
        </a:spcAft>
        <a:defRPr sz="2220">
          <a:solidFill>
            <a:srgbClr val="191919"/>
          </a:solidFill>
          <a:latin typeface="IBM Plex Sans Light" pitchFamily="34" charset="0"/>
        </a:defRPr>
      </a:lvl4pPr>
      <a:lvl5pPr algn="l" rtl="0" eaLnBrk="1" fontAlgn="base" hangingPunct="1">
        <a:lnSpc>
          <a:spcPct val="90000"/>
        </a:lnSpc>
        <a:spcBef>
          <a:spcPct val="0"/>
        </a:spcBef>
        <a:spcAft>
          <a:spcPct val="0"/>
        </a:spcAft>
        <a:defRPr sz="2220">
          <a:solidFill>
            <a:srgbClr val="191919"/>
          </a:solidFill>
          <a:latin typeface="IBM Plex Sans Light" pitchFamily="34" charset="0"/>
        </a:defRPr>
      </a:lvl5pPr>
      <a:lvl6pPr marL="362568" algn="l" rtl="0" eaLnBrk="1" fontAlgn="base" hangingPunct="1">
        <a:lnSpc>
          <a:spcPct val="90000"/>
        </a:lnSpc>
        <a:spcBef>
          <a:spcPct val="0"/>
        </a:spcBef>
        <a:spcAft>
          <a:spcPct val="0"/>
        </a:spcAft>
        <a:defRPr sz="2220">
          <a:solidFill>
            <a:srgbClr val="191919"/>
          </a:solidFill>
          <a:latin typeface="IBM Plex Sans Light" pitchFamily="34" charset="0"/>
        </a:defRPr>
      </a:lvl6pPr>
      <a:lvl7pPr marL="725139" algn="l" rtl="0" eaLnBrk="1" fontAlgn="base" hangingPunct="1">
        <a:lnSpc>
          <a:spcPct val="90000"/>
        </a:lnSpc>
        <a:spcBef>
          <a:spcPct val="0"/>
        </a:spcBef>
        <a:spcAft>
          <a:spcPct val="0"/>
        </a:spcAft>
        <a:defRPr sz="2220">
          <a:solidFill>
            <a:srgbClr val="191919"/>
          </a:solidFill>
          <a:latin typeface="IBM Plex Sans Light" pitchFamily="34" charset="0"/>
        </a:defRPr>
      </a:lvl7pPr>
      <a:lvl8pPr marL="1087707" algn="l" rtl="0" eaLnBrk="1" fontAlgn="base" hangingPunct="1">
        <a:lnSpc>
          <a:spcPct val="90000"/>
        </a:lnSpc>
        <a:spcBef>
          <a:spcPct val="0"/>
        </a:spcBef>
        <a:spcAft>
          <a:spcPct val="0"/>
        </a:spcAft>
        <a:defRPr sz="2220">
          <a:solidFill>
            <a:srgbClr val="191919"/>
          </a:solidFill>
          <a:latin typeface="IBM Plex Sans Light" pitchFamily="34" charset="0"/>
        </a:defRPr>
      </a:lvl8pPr>
      <a:lvl9pPr marL="1450276" algn="l" rtl="0" eaLnBrk="1" fontAlgn="base" hangingPunct="1">
        <a:lnSpc>
          <a:spcPct val="90000"/>
        </a:lnSpc>
        <a:spcBef>
          <a:spcPct val="0"/>
        </a:spcBef>
        <a:spcAft>
          <a:spcPct val="0"/>
        </a:spcAft>
        <a:defRPr sz="2220">
          <a:solidFill>
            <a:srgbClr val="191919"/>
          </a:solidFill>
          <a:latin typeface="IBM Plex Sans Light" pitchFamily="34" charset="0"/>
        </a:defRPr>
      </a:lvl9pPr>
    </p:titleStyle>
    <p:bodyStyle>
      <a:lvl1pPr marL="0" indent="0" algn="l" rtl="0" eaLnBrk="1" fontAlgn="base" hangingPunct="1">
        <a:lnSpc>
          <a:spcPct val="100000"/>
        </a:lnSpc>
        <a:spcBef>
          <a:spcPts val="1100"/>
        </a:spcBef>
        <a:spcAft>
          <a:spcPct val="0"/>
        </a:spcAft>
        <a:buClr>
          <a:srgbClr val="001141"/>
        </a:buClr>
        <a:buSzPct val="90000"/>
        <a:buFont typeface="IBM Plex Sans Light" pitchFamily="2" charset="2"/>
        <a:buNone/>
        <a:defRPr sz="1400" b="0" i="0">
          <a:solidFill>
            <a:schemeClr val="tx1"/>
          </a:solidFill>
          <a:latin typeface="Arial" panose="020B0604020202020204" pitchFamily="34" charset="0"/>
          <a:ea typeface="Arial" panose="020B0604020202020204" pitchFamily="34" charset="0"/>
          <a:cs typeface="Arial" panose="020B0604020202020204" pitchFamily="34" charset="0"/>
        </a:defRPr>
      </a:lvl1pPr>
      <a:lvl2pPr marL="171452" indent="-173736" algn="l" rtl="0" eaLnBrk="1" fontAlgn="base" hangingPunct="1">
        <a:lnSpc>
          <a:spcPct val="100000"/>
        </a:lnSpc>
        <a:spcBef>
          <a:spcPts val="1100"/>
        </a:spcBef>
        <a:spcAft>
          <a:spcPct val="0"/>
        </a:spcAft>
        <a:buClr>
          <a:srgbClr val="001141"/>
        </a:buClr>
        <a:buSzPct val="100000"/>
        <a:buFont typeface="IBM Plex Sans Light" charset="-120"/>
        <a:buChar char="–"/>
        <a:tabLst/>
        <a:defRPr sz="1400" b="0" i="0">
          <a:solidFill>
            <a:schemeClr val="tx1"/>
          </a:solidFill>
          <a:latin typeface="Arial" panose="020B0604020202020204" pitchFamily="34" charset="0"/>
          <a:ea typeface="Arial" panose="020B0604020202020204" pitchFamily="34" charset="0"/>
          <a:cs typeface="Arial" panose="020B0604020202020204" pitchFamily="34" charset="0"/>
        </a:defRPr>
      </a:lvl2pPr>
      <a:lvl3pPr marL="342905" indent="-173736" algn="l" rtl="0" eaLnBrk="1" fontAlgn="base" hangingPunct="1">
        <a:lnSpc>
          <a:spcPct val="100000"/>
        </a:lnSpc>
        <a:spcBef>
          <a:spcPts val="1100"/>
        </a:spcBef>
        <a:spcAft>
          <a:spcPct val="0"/>
        </a:spcAft>
        <a:buClr>
          <a:srgbClr val="001141"/>
        </a:buClr>
        <a:buSzPct val="100000"/>
        <a:buFont typeface="IBM Plex Sans Light" panose="020B0604020202020204" pitchFamily="34" charset="0"/>
        <a:buChar char="•"/>
        <a:tabLst/>
        <a:defRPr sz="1400" b="0" i="0">
          <a:solidFill>
            <a:schemeClr val="tx1"/>
          </a:solidFill>
          <a:latin typeface="Arial" panose="020B0604020202020204" pitchFamily="34" charset="0"/>
          <a:ea typeface="Arial" panose="020B0604020202020204" pitchFamily="34" charset="0"/>
          <a:cs typeface="Arial" panose="020B0604020202020204" pitchFamily="34" charset="0"/>
        </a:defRPr>
      </a:lvl3pPr>
      <a:lvl4pPr marL="628658" indent="-173736" algn="l" rtl="0" eaLnBrk="1" fontAlgn="base" hangingPunct="1">
        <a:lnSpc>
          <a:spcPct val="100000"/>
        </a:lnSpc>
        <a:spcBef>
          <a:spcPts val="1100"/>
        </a:spcBef>
        <a:spcAft>
          <a:spcPct val="0"/>
        </a:spcAft>
        <a:buClr>
          <a:srgbClr val="001141"/>
        </a:buClr>
        <a:buSzPct val="100000"/>
        <a:buFont typeface="IBM Plex Sans Light" charset="-120"/>
        <a:buChar char="–"/>
        <a:tabLst/>
        <a:defRPr sz="1400" b="0" i="0" baseline="0">
          <a:solidFill>
            <a:schemeClr val="tx1"/>
          </a:solidFill>
          <a:latin typeface="Arial" panose="020B0604020202020204" pitchFamily="34" charset="0"/>
          <a:ea typeface="Arial" panose="020B0604020202020204" pitchFamily="34" charset="0"/>
          <a:cs typeface="Arial" panose="020B0604020202020204" pitchFamily="34" charset="0"/>
        </a:defRPr>
      </a:lvl4pPr>
      <a:lvl5pPr marL="803285" indent="-173736" algn="l" rtl="0" eaLnBrk="1" fontAlgn="base" hangingPunct="1">
        <a:lnSpc>
          <a:spcPct val="100000"/>
        </a:lnSpc>
        <a:spcBef>
          <a:spcPts val="1100"/>
        </a:spcBef>
        <a:spcAft>
          <a:spcPct val="0"/>
        </a:spcAft>
        <a:buClr>
          <a:srgbClr val="001141"/>
        </a:buClr>
        <a:buFont typeface="IBM Plex Sans Light" charset="-120"/>
        <a:buChar char="»"/>
        <a:tabLst/>
        <a:defRPr sz="1400" b="0" i="0">
          <a:solidFill>
            <a:schemeClr val="tx1"/>
          </a:solidFill>
          <a:latin typeface="Arial" panose="020B0604020202020204" pitchFamily="34" charset="0"/>
          <a:ea typeface="Arial" panose="020B0604020202020204" pitchFamily="34" charset="0"/>
          <a:cs typeface="Arial" panose="020B0604020202020204" pitchFamily="34" charset="0"/>
        </a:defRPr>
      </a:lvl5pPr>
      <a:lvl6pPr marL="1583721" indent="-129670" algn="l" rtl="0" eaLnBrk="1" fontAlgn="base" hangingPunct="1">
        <a:spcBef>
          <a:spcPct val="20000"/>
        </a:spcBef>
        <a:spcAft>
          <a:spcPct val="0"/>
        </a:spcAft>
        <a:buClr>
          <a:schemeClr val="bg1"/>
        </a:buClr>
        <a:buChar char="»"/>
        <a:defRPr sz="1269">
          <a:solidFill>
            <a:schemeClr val="bg1"/>
          </a:solidFill>
          <a:latin typeface="IBM Plex Sans Light" charset="0"/>
        </a:defRPr>
      </a:lvl6pPr>
      <a:lvl7pPr marL="1946291" indent="-129670" algn="l" rtl="0" eaLnBrk="1" fontAlgn="base" hangingPunct="1">
        <a:spcBef>
          <a:spcPct val="20000"/>
        </a:spcBef>
        <a:spcAft>
          <a:spcPct val="0"/>
        </a:spcAft>
        <a:buClr>
          <a:schemeClr val="bg1"/>
        </a:buClr>
        <a:buChar char="»"/>
        <a:defRPr sz="1269">
          <a:solidFill>
            <a:schemeClr val="bg1"/>
          </a:solidFill>
          <a:latin typeface="IBM Plex Sans Light" charset="0"/>
        </a:defRPr>
      </a:lvl7pPr>
      <a:lvl8pPr marL="2308860" indent="-129670" algn="l" rtl="0" eaLnBrk="1" fontAlgn="base" hangingPunct="1">
        <a:spcBef>
          <a:spcPct val="20000"/>
        </a:spcBef>
        <a:spcAft>
          <a:spcPct val="0"/>
        </a:spcAft>
        <a:buClr>
          <a:schemeClr val="bg1"/>
        </a:buClr>
        <a:buChar char="»"/>
        <a:defRPr sz="1269">
          <a:solidFill>
            <a:schemeClr val="bg1"/>
          </a:solidFill>
          <a:latin typeface="IBM Plex Sans Light" charset="0"/>
        </a:defRPr>
      </a:lvl8pPr>
      <a:lvl9pPr marL="2671430" indent="-129670" algn="l" rtl="0" eaLnBrk="1" fontAlgn="base" hangingPunct="1">
        <a:spcBef>
          <a:spcPct val="20000"/>
        </a:spcBef>
        <a:spcAft>
          <a:spcPct val="0"/>
        </a:spcAft>
        <a:buClr>
          <a:schemeClr val="bg1"/>
        </a:buClr>
        <a:buChar char="»"/>
        <a:defRPr sz="1269">
          <a:solidFill>
            <a:schemeClr val="bg1"/>
          </a:solidFill>
          <a:latin typeface="IBM Plex Sans Light" charset="0"/>
        </a:defRPr>
      </a:lvl9pPr>
    </p:bodyStyle>
    <p:otherStyle>
      <a:defPPr>
        <a:defRPr lang="en-US"/>
      </a:defPPr>
      <a:lvl1pPr marL="0" algn="l" defTabSz="725139" rtl="0" eaLnBrk="1" latinLnBrk="0" hangingPunct="1">
        <a:defRPr sz="1428" kern="1200">
          <a:solidFill>
            <a:schemeClr val="tx1"/>
          </a:solidFill>
          <a:latin typeface="+mn-lt"/>
          <a:ea typeface="+mn-ea"/>
          <a:cs typeface="+mn-cs"/>
        </a:defRPr>
      </a:lvl1pPr>
      <a:lvl2pPr marL="362568" algn="l" defTabSz="725139" rtl="0" eaLnBrk="1" latinLnBrk="0" hangingPunct="1">
        <a:defRPr sz="1428" kern="1200">
          <a:solidFill>
            <a:schemeClr val="tx1"/>
          </a:solidFill>
          <a:latin typeface="+mn-lt"/>
          <a:ea typeface="+mn-ea"/>
          <a:cs typeface="+mn-cs"/>
        </a:defRPr>
      </a:lvl2pPr>
      <a:lvl3pPr marL="725139" algn="l" defTabSz="725139" rtl="0" eaLnBrk="1" latinLnBrk="0" hangingPunct="1">
        <a:defRPr sz="1428" kern="1200">
          <a:solidFill>
            <a:schemeClr val="tx1"/>
          </a:solidFill>
          <a:latin typeface="+mn-lt"/>
          <a:ea typeface="+mn-ea"/>
          <a:cs typeface="+mn-cs"/>
        </a:defRPr>
      </a:lvl3pPr>
      <a:lvl4pPr marL="1087707" algn="l" defTabSz="725139" rtl="0" eaLnBrk="1" latinLnBrk="0" hangingPunct="1">
        <a:defRPr sz="1428" kern="1200">
          <a:solidFill>
            <a:schemeClr val="tx1"/>
          </a:solidFill>
          <a:latin typeface="+mn-lt"/>
          <a:ea typeface="+mn-ea"/>
          <a:cs typeface="+mn-cs"/>
        </a:defRPr>
      </a:lvl4pPr>
      <a:lvl5pPr marL="1450276" algn="l" defTabSz="725139" rtl="0" eaLnBrk="1" latinLnBrk="0" hangingPunct="1">
        <a:defRPr sz="1428" kern="1200">
          <a:solidFill>
            <a:schemeClr val="tx1"/>
          </a:solidFill>
          <a:latin typeface="+mn-lt"/>
          <a:ea typeface="+mn-ea"/>
          <a:cs typeface="+mn-cs"/>
        </a:defRPr>
      </a:lvl5pPr>
      <a:lvl6pPr marL="1812846" algn="l" defTabSz="725139" rtl="0" eaLnBrk="1" latinLnBrk="0" hangingPunct="1">
        <a:defRPr sz="1428" kern="1200">
          <a:solidFill>
            <a:schemeClr val="tx1"/>
          </a:solidFill>
          <a:latin typeface="+mn-lt"/>
          <a:ea typeface="+mn-ea"/>
          <a:cs typeface="+mn-cs"/>
        </a:defRPr>
      </a:lvl6pPr>
      <a:lvl7pPr marL="2175414" algn="l" defTabSz="725139" rtl="0" eaLnBrk="1" latinLnBrk="0" hangingPunct="1">
        <a:defRPr sz="1428" kern="1200">
          <a:solidFill>
            <a:schemeClr val="tx1"/>
          </a:solidFill>
          <a:latin typeface="+mn-lt"/>
          <a:ea typeface="+mn-ea"/>
          <a:cs typeface="+mn-cs"/>
        </a:defRPr>
      </a:lvl7pPr>
      <a:lvl8pPr marL="2537983" algn="l" defTabSz="725139" rtl="0" eaLnBrk="1" latinLnBrk="0" hangingPunct="1">
        <a:defRPr sz="1428" kern="1200">
          <a:solidFill>
            <a:schemeClr val="tx1"/>
          </a:solidFill>
          <a:latin typeface="+mn-lt"/>
          <a:ea typeface="+mn-ea"/>
          <a:cs typeface="+mn-cs"/>
        </a:defRPr>
      </a:lvl8pPr>
      <a:lvl9pPr marL="2900552" algn="l" defTabSz="725139" rtl="0" eaLnBrk="1" latinLnBrk="0" hangingPunct="1">
        <a:defRPr sz="1428"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44" userDrawn="1">
          <p15:clr>
            <a:srgbClr val="F26B43"/>
          </p15:clr>
        </p15:guide>
        <p15:guide id="2" pos="144" userDrawn="1">
          <p15:clr>
            <a:srgbClr val="F26B43"/>
          </p15:clr>
        </p15:guide>
        <p15:guide id="3" pos="5616" userDrawn="1">
          <p15:clr>
            <a:srgbClr val="F26B43"/>
          </p15:clr>
        </p15:guide>
        <p15:guide id="4" orient="horz" pos="2832" userDrawn="1">
          <p15:clr>
            <a:srgbClr val="F26B43"/>
          </p15:clr>
        </p15:guide>
        <p15:guide id="5" orient="horz" pos="3094" userDrawn="1">
          <p15:clr>
            <a:srgbClr val="F26B43"/>
          </p15:clr>
        </p15:guide>
        <p15:guide id="6" pos="2880" userDrawn="1">
          <p15:clr>
            <a:srgbClr val="F26B43"/>
          </p15:clr>
        </p15:guide>
        <p15:guide id="7" pos="2736" userDrawn="1">
          <p15:clr>
            <a:srgbClr val="F26B43"/>
          </p15:clr>
        </p15:guide>
        <p15:guide id="8" pos="1440" userDrawn="1">
          <p15:clr>
            <a:srgbClr val="F26B43"/>
          </p15:clr>
        </p15:guide>
        <p15:guide id="9" pos="3024" userDrawn="1">
          <p15:clr>
            <a:srgbClr val="F26B43"/>
          </p15:clr>
        </p15:guide>
        <p15:guide id="10" pos="1296" userDrawn="1">
          <p15:clr>
            <a:srgbClr val="F26B43"/>
          </p15:clr>
        </p15:guide>
        <p15:guide id="11" pos="1584" userDrawn="1">
          <p15:clr>
            <a:srgbClr val="F26B43"/>
          </p15:clr>
        </p15:guide>
        <p15:guide id="12" pos="4320" userDrawn="1">
          <p15:clr>
            <a:srgbClr val="F26B43"/>
          </p15:clr>
        </p15:guide>
        <p15:guide id="13" pos="4176" userDrawn="1">
          <p15:clr>
            <a:srgbClr val="F26B43"/>
          </p15:clr>
        </p15:guide>
        <p15:guide id="14" pos="4464" userDrawn="1">
          <p15:clr>
            <a:srgbClr val="F26B43"/>
          </p15:clr>
        </p15:guide>
        <p15:guide id="15" orient="horz" pos="412" userDrawn="1">
          <p15:clr>
            <a:srgbClr val="F26B43"/>
          </p15:clr>
        </p15:guide>
        <p15:guide id="17" orient="horz" pos="812" userDrawn="1">
          <p15:clr>
            <a:srgbClr val="F26B43"/>
          </p15:clr>
        </p15:guide>
        <p15:guide id="18" orient="horz" pos="1620" userDrawn="1">
          <p15:clr>
            <a:srgbClr val="F26B43"/>
          </p15:clr>
        </p15:guide>
        <p15:guide id="19" orient="horz" pos="1216" userDrawn="1">
          <p15:clr>
            <a:srgbClr val="F26B43"/>
          </p15:clr>
        </p15:guide>
        <p15:guide id="20" orient="horz" pos="2022" userDrawn="1">
          <p15:clr>
            <a:srgbClr val="F26B43"/>
          </p15:clr>
        </p15:guide>
        <p15:guide id="21" orient="horz" pos="2424"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0.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NRW DDaT Framework — Initial Proposal</a:t>
            </a:r>
          </a:p>
          <a:p>
            <a:r>
              <a:t>IBM Consulting &amp; Stable — Supplier Response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Text Placeholder 2"/>
          <p:cNvSpPr>
            <a:spLocks noGrp="1"/>
          </p:cNvSpPr>
          <p:nvPr>
            <p:ph type="body" idx="12" sz="quarter"/>
          </p:nvPr>
        </p:nvSpPr>
        <p:spPr/>
        <p:txBody>
          <a:bodyPr/>
          <a:lstStyle/>
          <a:p>
            <a:pPr>
              <a:spcBef>
                <a:spcPts val="400"/>
              </a:spcBef>
              <a:buChar char="•"/>
            </a:pPr>
            <a:r>
              <a:rPr>
                <a:latin typeface="Arial"/>
              </a:rPr>
              <a:t>1. Our Joint Proposition</a:t>
            </a:r>
          </a:p>
          <a:p>
            <a:pPr>
              <a:spcBef>
                <a:spcPts val="400"/>
              </a:spcBef>
              <a:buChar char="•"/>
            </a:pPr>
            <a:r>
              <a:rPr>
                <a:latin typeface="Arial"/>
              </a:rPr>
              <a:t>2. Customer Capabilities</a:t>
            </a:r>
          </a:p>
          <a:p>
            <a:pPr>
              <a:spcBef>
                <a:spcPts val="400"/>
              </a:spcBef>
              <a:buChar char="•"/>
            </a:pPr>
            <a:r>
              <a:rPr>
                <a:latin typeface="Arial"/>
              </a:rPr>
              <a:t>3. Scenario 1: Customer Platform</a:t>
            </a:r>
          </a:p>
          <a:p>
            <a:pPr>
              <a:spcBef>
                <a:spcPts val="400"/>
              </a:spcBef>
              <a:buChar char="•"/>
            </a:pPr>
            <a:r>
              <a:rPr>
                <a:latin typeface="Arial"/>
              </a:rPr>
              <a:t>4. Scenario 2: Website Innovation</a:t>
            </a:r>
          </a:p>
          <a:p>
            <a:pPr>
              <a:spcBef>
                <a:spcPts val="400"/>
              </a:spcBef>
              <a:buChar char="•"/>
            </a:pPr>
            <a:r>
              <a:rPr>
                <a:latin typeface="Arial"/>
              </a:rPr>
              <a:t>5. Sustainability &amp; Social Value</a:t>
            </a:r>
          </a:p>
          <a:p>
            <a:pPr>
              <a:spcBef>
                <a:spcPts val="400"/>
              </a:spcBef>
              <a:buChar char="•"/>
            </a:pPr>
            <a:r>
              <a:rPr>
                <a:latin typeface="Arial"/>
              </a:rPr>
              <a:t>6. Commercial Approach</a:t>
            </a:r>
          </a:p>
          <a:p>
            <a:pPr>
              <a:spcBef>
                <a:spcPts val="400"/>
              </a:spcBef>
              <a:buChar char="•"/>
            </a:pPr>
            <a:r>
              <a:rPr>
                <a:latin typeface="Arial"/>
              </a:rPr>
              <a:t>7. Close &amp; Next Steps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1: Our Joint Proposition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IBM and Stable deliver scale, local expertise, and sustainable capability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Four differentiators of our joint delivery model</a:t>
            </a:r>
          </a:p>
        </p:txBody>
      </p:sp>
      <p:sp>
        <p:nvSpPr>
          <p:cNvPr id="3" name="Text Placeholder 2"/>
          <p:cNvSpPr>
            <a:spLocks noGrp="1"/>
          </p:cNvSpPr>
          <p:nvPr>
            <p:ph type="body" idx="12" sz="quarter"/>
          </p:nvPr>
        </p:nvSpPr>
        <p:spPr/>
        <p:txBody>
          <a:bodyPr/>
          <a:lstStyle/>
          <a:p>
            <a:pPr>
              <a:spcBef>
                <a:spcPts val="400"/>
              </a:spcBef>
            </a:pPr>
            <a:r>
              <a:rPr>
                <a:latin typeface="Arial"/>
              </a:rPr>
              <a:t>Integrated transformation from strategy to live service</a:t>
            </a:r>
          </a:p>
        </p:txBody>
      </p:sp>
      <p:sp>
        <p:nvSpPr>
          <p:cNvPr id="4" name="Text Placeholder 3"/>
          <p:cNvSpPr>
            <a:spLocks noGrp="1"/>
          </p:cNvSpPr>
          <p:nvPr>
            <p:ph type="body" idx="13" sz="quarter"/>
          </p:nvPr>
        </p:nvSpPr>
        <p:spPr/>
        <p:txBody>
          <a:bodyPr/>
          <a:lstStyle/>
          <a:p>
            <a:pPr>
              <a:spcBef>
                <a:spcPts val="400"/>
              </a:spcBef>
            </a:pPr>
            <a:r>
              <a:rPr>
                <a:latin typeface="Arial"/>
              </a:rPr>
              <a:t>Local Welsh presence and bilingual engagement</a:t>
            </a:r>
          </a:p>
        </p:txBody>
      </p:sp>
      <p:sp>
        <p:nvSpPr>
          <p:cNvPr id="5" name="Text Placeholder 4"/>
          <p:cNvSpPr>
            <a:spLocks noGrp="1"/>
          </p:cNvSpPr>
          <p:nvPr>
            <p:ph type="body" idx="14" sz="quarter"/>
          </p:nvPr>
        </p:nvSpPr>
        <p:spPr/>
        <p:txBody>
          <a:bodyPr/>
          <a:lstStyle/>
          <a:p>
            <a:pPr>
              <a:spcBef>
                <a:spcPts val="400"/>
              </a:spcBef>
            </a:pPr>
            <a:r>
              <a:rPr>
                <a:latin typeface="Arial"/>
              </a:rPr>
              <a:t>Continuous knowledge transfer and capability uplift</a:t>
            </a:r>
          </a:p>
        </p:txBody>
      </p:sp>
      <p:sp>
        <p:nvSpPr>
          <p:cNvPr id="6" name="Text Placeholder 5"/>
          <p:cNvSpPr>
            <a:spLocks noGrp="1"/>
          </p:cNvSpPr>
          <p:nvPr>
            <p:ph type="body" idx="15" sz="quarter"/>
          </p:nvPr>
        </p:nvSpPr>
        <p:spPr/>
        <p:txBody>
          <a:bodyPr/>
          <a:lstStyle/>
          <a:p>
            <a:pPr>
              <a:spcBef>
                <a:spcPts val="400"/>
              </a:spcBef>
            </a:pPr>
            <a:r>
              <a:rPr>
                <a:latin typeface="Arial"/>
              </a:rPr>
              <a:t>Structured governance and delivery momentum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NRW needs a blended delivery model</a:t>
            </a:r>
          </a:p>
        </p:txBody>
      </p:sp>
      <p:sp>
        <p:nvSpPr>
          <p:cNvPr id="3" name="Text Placeholder 2"/>
          <p:cNvSpPr>
            <a:spLocks noGrp="1"/>
          </p:cNvSpPr>
          <p:nvPr>
            <p:ph type="body" idx="13" sz="quarter"/>
          </p:nvPr>
        </p:nvSpPr>
        <p:spPr/>
        <p:txBody>
          <a:bodyPr/>
          <a:lstStyle/>
          <a:p>
            <a:pPr>
              <a:spcBef>
                <a:spcPts val="400"/>
              </a:spcBef>
              <a:buChar char="•"/>
            </a:pPr>
            <a:r>
              <a:rPr>
                <a:latin typeface="Arial"/>
              </a:rPr>
              <a:t>Complex, regulated environment demands structured methods</a:t>
            </a:r>
          </a:p>
          <a:p>
            <a:pPr>
              <a:spcBef>
                <a:spcPts val="400"/>
              </a:spcBef>
              <a:buChar char="•"/>
            </a:pPr>
            <a:r>
              <a:rPr>
                <a:latin typeface="Arial"/>
              </a:rPr>
              <a:t>Multi-stakeholder context requires local engagement</a:t>
            </a:r>
          </a:p>
          <a:p>
            <a:pPr>
              <a:spcBef>
                <a:spcPts val="400"/>
              </a:spcBef>
              <a:buChar char="•"/>
            </a:pPr>
            <a:r>
              <a:rPr>
                <a:latin typeface="Arial"/>
              </a:rPr>
              <a:t>Operational resilience must be maintained during change</a:t>
            </a:r>
          </a:p>
        </p:txBody>
      </p:sp>
      <p:sp>
        <p:nvSpPr>
          <p:cNvPr id="4" name="Text Placeholder 3"/>
          <p:cNvSpPr>
            <a:spLocks noGrp="1"/>
          </p:cNvSpPr>
          <p:nvPr>
            <p:ph type="body" idx="12" sz="quarter"/>
          </p:nvPr>
        </p:nvSpPr>
        <p:spPr/>
        <p:txBody>
          <a:bodyPr/>
          <a:lstStyle/>
          <a:p>
            <a:pPr>
              <a:spcBef>
                <a:spcPts val="400"/>
              </a:spcBef>
              <a:buChar char="•"/>
            </a:pPr>
            <a:r>
              <a:rPr>
                <a:latin typeface="Arial"/>
              </a:rPr>
              <a:t>Capability uplift ensures sustainable transformation</a:t>
            </a:r>
          </a:p>
          <a:p>
            <a:pPr>
              <a:spcBef>
                <a:spcPts val="400"/>
              </a:spcBef>
              <a:buChar char="•"/>
            </a:pPr>
            <a:r>
              <a:rPr>
                <a:latin typeface="Arial"/>
              </a:rPr>
              <a:t>Integrated teams accelerate delivery and reduce risk</a:t>
            </a:r>
          </a:p>
          <a:p>
            <a:pPr>
              <a:spcBef>
                <a:spcPts val="400"/>
              </a:spcBef>
              <a:buChar char="•"/>
            </a:pPr>
            <a:r>
              <a:rPr>
                <a:latin typeface="Arial"/>
              </a:rPr>
              <a:t>Bilingual requirements addressed by local expertise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Team Wales — practical blended delivery</a:t>
            </a:r>
          </a:p>
        </p:txBody>
      </p:sp>
      <p:sp>
        <p:nvSpPr>
          <p:cNvPr id="3" name="Text Placeholder 2"/>
          <p:cNvSpPr>
            <a:spLocks noGrp="1"/>
          </p:cNvSpPr>
          <p:nvPr>
            <p:ph type="body" idx="13" sz="quarter"/>
          </p:nvPr>
        </p:nvSpPr>
        <p:spPr/>
        <p:txBody>
          <a:bodyPr/>
          <a:lstStyle/>
          <a:p>
            <a:pPr>
              <a:spcBef>
                <a:spcPts val="400"/>
              </a:spcBef>
              <a:buChar char="•"/>
            </a:pPr>
            <a:r>
              <a:rPr>
                <a:latin typeface="Arial"/>
              </a:rPr>
              <a:t>Stable: Welsh-based delivery partner</a:t>
            </a:r>
          </a:p>
          <a:p>
            <a:pPr>
              <a:spcBef>
                <a:spcPts val="400"/>
              </a:spcBef>
              <a:buChar char="•"/>
            </a:pPr>
            <a:r>
              <a:rPr>
                <a:latin typeface="Arial"/>
              </a:rPr>
              <a:t>Local architectural and engineering expertise</a:t>
            </a:r>
          </a:p>
          <a:p>
            <a:pPr>
              <a:spcBef>
                <a:spcPts val="400"/>
              </a:spcBef>
              <a:buChar char="•"/>
            </a:pPr>
            <a:r>
              <a:rPr>
                <a:latin typeface="Arial"/>
              </a:rPr>
              <a:t>Deep ties to Welsh communities and public sector</a:t>
            </a:r>
          </a:p>
          <a:p>
            <a:pPr>
              <a:spcBef>
                <a:spcPts val="400"/>
              </a:spcBef>
              <a:buChar char="•"/>
            </a:pPr>
            <a:r>
              <a:rPr>
                <a:latin typeface="Arial"/>
              </a:rPr>
              <a:t>Bilingual engagement and continuity</a:t>
            </a:r>
          </a:p>
        </p:txBody>
      </p:sp>
      <p:sp>
        <p:nvSpPr>
          <p:cNvPr id="4" name="Text Placeholder 3"/>
          <p:cNvSpPr>
            <a:spLocks noGrp="1"/>
          </p:cNvSpPr>
          <p:nvPr>
            <p:ph type="body" idx="12" sz="quarter"/>
          </p:nvPr>
        </p:nvSpPr>
        <p:spPr/>
        <p:txBody>
          <a:bodyPr/>
          <a:lstStyle/>
          <a:p>
            <a:pPr>
              <a:spcBef>
                <a:spcPts val="400"/>
              </a:spcBef>
              <a:buChar char="•"/>
            </a:pPr>
            <a:r>
              <a:rPr>
                <a:latin typeface="Arial"/>
              </a:rPr>
              <a:t>IBM: global scale and specialist accelerators</a:t>
            </a:r>
          </a:p>
          <a:p>
            <a:pPr>
              <a:spcBef>
                <a:spcPts val="400"/>
              </a:spcBef>
              <a:buChar char="•"/>
            </a:pPr>
            <a:r>
              <a:rPr>
                <a:latin typeface="Arial"/>
              </a:rPr>
              <a:t>Structured integration with IBM-led teams</a:t>
            </a:r>
          </a:p>
          <a:p>
            <a:pPr>
              <a:spcBef>
                <a:spcPts val="400"/>
              </a:spcBef>
              <a:buChar char="•"/>
            </a:pPr>
            <a:r>
              <a:rPr>
                <a:latin typeface="Arial"/>
              </a:rPr>
              <a:t>Knowledge transfer embedded in delivery</a:t>
            </a:r>
          </a:p>
          <a:p>
            <a:pPr>
              <a:spcBef>
                <a:spcPts val="400"/>
              </a:spcBef>
              <a:buChar char="•"/>
            </a:pPr>
            <a:r>
              <a:rPr>
                <a:latin typeface="Arial"/>
              </a:rPr>
              <a:t>Joint governance and shared accountability</a:t>
            </a:r>
          </a:p>
          <a:p>
            <a:pPr>
              <a:spcBef>
                <a:spcPts val="400"/>
              </a:spcBef>
              <a:buChar char="•"/>
            </a:pPr>
            <a:r>
              <a:rPr>
                <a:latin typeface="Arial"/>
              </a:rPr>
              <a:t>Outcome: sustainable capability for NRW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2: Customer Capabilities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IBM core strengths within the DDaT Framework</a:t>
            </a:r>
          </a:p>
        </p:txBody>
      </p:sp>
      <p:sp>
        <p:nvSpPr>
          <p:cNvPr id="3" name="Text Placeholder 2"/>
          <p:cNvSpPr>
            <a:spLocks noGrp="1"/>
          </p:cNvSpPr>
          <p:nvPr>
            <p:ph type="body" idx="12" sz="quarter"/>
          </p:nvPr>
        </p:nvSpPr>
        <p:spPr/>
        <p:txBody>
          <a:bodyPr/>
          <a:lstStyle/>
          <a:p>
            <a:pPr>
              <a:spcBef>
                <a:spcPts val="400"/>
              </a:spcBef>
            </a:pPr>
            <a:r>
              <a:rPr>
                <a:latin typeface="Arial"/>
              </a:rPr>
              <a:t>End-to-end digital, data and technology delivery</a:t>
            </a:r>
          </a:p>
        </p:txBody>
      </p:sp>
      <p:sp>
        <p:nvSpPr>
          <p:cNvPr id="4" name="Text Placeholder 3"/>
          <p:cNvSpPr>
            <a:spLocks noGrp="1"/>
          </p:cNvSpPr>
          <p:nvPr>
            <p:ph type="body" idx="13" sz="quarter"/>
          </p:nvPr>
        </p:nvSpPr>
        <p:spPr/>
        <p:txBody>
          <a:bodyPr/>
          <a:lstStyle/>
          <a:p>
            <a:pPr>
              <a:spcBef>
                <a:spcPts val="400"/>
              </a:spcBef>
            </a:pPr>
            <a:r>
              <a:rPr>
                <a:latin typeface="Arial"/>
              </a:rPr>
              <a:t>Structured engineering, product and design disciplines</a:t>
            </a:r>
          </a:p>
        </p:txBody>
      </p:sp>
      <p:sp>
        <p:nvSpPr>
          <p:cNvPr id="5" name="Text Placeholder 4"/>
          <p:cNvSpPr>
            <a:spLocks noGrp="1"/>
          </p:cNvSpPr>
          <p:nvPr>
            <p:ph type="body" idx="14" sz="quarter"/>
          </p:nvPr>
        </p:nvSpPr>
        <p:spPr/>
        <p:txBody>
          <a:bodyPr/>
          <a:lstStyle/>
          <a:p>
            <a:pPr>
              <a:spcBef>
                <a:spcPts val="400"/>
              </a:spcBef>
            </a:pPr>
            <a:r>
              <a:rPr>
                <a:latin typeface="Arial"/>
              </a:rPr>
              <a:t>Experience in complex, regulated environments</a:t>
            </a:r>
          </a:p>
        </p:txBody>
      </p:sp>
      <p:sp>
        <p:nvSpPr>
          <p:cNvPr id="6" name="Text Placeholder 5"/>
          <p:cNvSpPr>
            <a:spLocks noGrp="1"/>
          </p:cNvSpPr>
          <p:nvPr>
            <p:ph type="body" idx="15" sz="quarter"/>
          </p:nvPr>
        </p:nvSpPr>
        <p:spPr/>
        <p:txBody>
          <a:bodyPr/>
          <a:lstStyle/>
          <a:p>
            <a:pPr>
              <a:spcBef>
                <a:spcPts val="400"/>
              </a:spcBef>
            </a:pPr>
            <a:r>
              <a:rPr>
                <a:latin typeface="Arial"/>
              </a:rPr>
              <a:t>Sustainable capability building and knowledge transfer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Six specialisms across the DDaT lifecycle</a:t>
            </a:r>
          </a:p>
        </p:txBody>
      </p:sp>
      <p:sp>
        <p:nvSpPr>
          <p:cNvPr id="3" name="Content Placeholder 2"/>
          <p:cNvSpPr>
            <a:spLocks noGrp="1"/>
          </p:cNvSpPr>
          <p:nvPr>
            <p:ph idx="17" sz="quarter"/>
          </p:nvPr>
        </p:nvSpPr>
        <p:spPr/>
        <p:txBody>
          <a:bodyPr/>
          <a:lstStyle/>
          <a:p>
            <a:pPr>
              <a:spcBef>
                <a:spcPts val="400"/>
              </a:spcBef>
            </a:pPr>
            <a:r>
              <a:rPr>
                <a:latin typeface="Arial"/>
              </a:rPr>
              <a:t>Digital Service Design</a:t>
            </a:r>
            <a:br/>
            <a:r>
              <a:rPr>
                <a:latin typeface="Arial"/>
              </a:rPr>
              <a:t>User-centred, inclusive, outcome-driven</a:t>
            </a:r>
          </a:p>
        </p:txBody>
      </p:sp>
      <p:sp>
        <p:nvSpPr>
          <p:cNvPr id="4" name="Content Placeholder 3"/>
          <p:cNvSpPr>
            <a:spLocks noGrp="1"/>
          </p:cNvSpPr>
          <p:nvPr>
            <p:ph idx="18" sz="quarter"/>
          </p:nvPr>
        </p:nvSpPr>
        <p:spPr/>
        <p:txBody>
          <a:bodyPr/>
          <a:lstStyle/>
          <a:p>
            <a:pPr>
              <a:spcBef>
                <a:spcPts val="400"/>
              </a:spcBef>
            </a:pPr>
            <a:r>
              <a:rPr>
                <a:latin typeface="Arial"/>
              </a:rPr>
              <a:t>Data, Analytics &amp; AI</a:t>
            </a:r>
            <a:br/>
            <a:r>
              <a:rPr>
                <a:latin typeface="Arial"/>
              </a:rPr>
              <a:t>Governed platforms, predictive insights</a:t>
            </a:r>
          </a:p>
        </p:txBody>
      </p:sp>
      <p:sp>
        <p:nvSpPr>
          <p:cNvPr id="5" name="Content Placeholder 4"/>
          <p:cNvSpPr>
            <a:spLocks noGrp="1"/>
          </p:cNvSpPr>
          <p:nvPr>
            <p:ph idx="20" sz="quarter"/>
          </p:nvPr>
        </p:nvSpPr>
        <p:spPr/>
        <p:txBody>
          <a:bodyPr/>
          <a:lstStyle/>
          <a:p>
            <a:pPr>
              <a:spcBef>
                <a:spcPts val="400"/>
              </a:spcBef>
            </a:pPr>
            <a:r>
              <a:rPr>
                <a:latin typeface="Arial"/>
              </a:rPr>
              <a:t>Platforms &amp; Integration</a:t>
            </a:r>
            <a:br/>
            <a:r>
              <a:rPr>
                <a:latin typeface="Arial"/>
              </a:rPr>
              <a:t>Modular, API-led architectures</a:t>
            </a:r>
          </a:p>
        </p:txBody>
      </p:sp>
      <p:sp>
        <p:nvSpPr>
          <p:cNvPr id="6" name="Content Placeholder 5"/>
          <p:cNvSpPr>
            <a:spLocks noGrp="1"/>
          </p:cNvSpPr>
          <p:nvPr>
            <p:ph idx="19" sz="quarter"/>
          </p:nvPr>
        </p:nvSpPr>
        <p:spPr/>
        <p:txBody>
          <a:bodyPr/>
          <a:lstStyle/>
          <a:p>
            <a:pPr>
              <a:spcBef>
                <a:spcPts val="400"/>
              </a:spcBef>
            </a:pPr>
            <a:r>
              <a:rPr>
                <a:latin typeface="Arial"/>
              </a:rPr>
              <a:t>Cloud &amp; DevOps</a:t>
            </a:r>
            <a:br/>
            <a:r>
              <a:rPr>
                <a:latin typeface="Arial"/>
              </a:rPr>
              <a:t>Secure hybrid, FinOps, resilience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Integrated delivery operating model</a:t>
            </a:r>
          </a:p>
        </p:txBody>
      </p:sp>
      <p:sp>
        <p:nvSpPr>
          <p:cNvPr id="3" name="Text Placeholder 2"/>
          <p:cNvSpPr>
            <a:spLocks noGrp="1"/>
          </p:cNvSpPr>
          <p:nvPr>
            <p:ph type="body" idx="12" sz="quarter"/>
          </p:nvPr>
        </p:nvSpPr>
        <p:spPr/>
        <p:txBody>
          <a:bodyPr/>
          <a:lstStyle/>
          <a:p>
            <a:pPr>
              <a:spcBef>
                <a:spcPts val="400"/>
              </a:spcBef>
            </a:pPr>
            <a:r>
              <a:rPr>
                <a:latin typeface="Arial"/>
              </a:rPr>
              <a:t>Strategic governance: alignment to priorities</a:t>
            </a:r>
          </a:p>
        </p:txBody>
      </p:sp>
      <p:sp>
        <p:nvSpPr>
          <p:cNvPr id="4" name="Text Placeholder 3"/>
          <p:cNvSpPr>
            <a:spLocks noGrp="1"/>
          </p:cNvSpPr>
          <p:nvPr>
            <p:ph type="body" idx="13" sz="quarter"/>
          </p:nvPr>
        </p:nvSpPr>
        <p:spPr/>
        <p:txBody>
          <a:bodyPr/>
          <a:lstStyle/>
          <a:p>
            <a:pPr>
              <a:spcBef>
                <a:spcPts val="400"/>
              </a:spcBef>
            </a:pPr>
            <a:r>
              <a:rPr>
                <a:latin typeface="Arial"/>
              </a:rPr>
              <a:t>Programme governance: milestones and risk</a:t>
            </a:r>
          </a:p>
        </p:txBody>
      </p:sp>
      <p:sp>
        <p:nvSpPr>
          <p:cNvPr id="5" name="Text Placeholder 4"/>
          <p:cNvSpPr>
            <a:spLocks noGrp="1"/>
          </p:cNvSpPr>
          <p:nvPr>
            <p:ph type="body" idx="14" sz="quarter"/>
          </p:nvPr>
        </p:nvSpPr>
        <p:spPr/>
        <p:txBody>
          <a:bodyPr/>
          <a:lstStyle/>
          <a:p>
            <a:pPr>
              <a:spcBef>
                <a:spcPts val="400"/>
              </a:spcBef>
            </a:pPr>
            <a:r>
              <a:rPr>
                <a:latin typeface="Arial"/>
              </a:rPr>
              <a:t>Technical governance: standards and assurance</a:t>
            </a:r>
          </a:p>
        </p:txBody>
      </p:sp>
      <p:sp>
        <p:nvSpPr>
          <p:cNvPr id="6" name="Text Placeholder 5"/>
          <p:cNvSpPr>
            <a:spLocks noGrp="1"/>
          </p:cNvSpPr>
          <p:nvPr>
            <p:ph type="body" idx="15" sz="quarter"/>
          </p:nvPr>
        </p:nvSpPr>
        <p:spPr/>
        <p:txBody>
          <a:bodyPr/>
          <a:lstStyle/>
          <a:p>
            <a:pPr>
              <a:spcBef>
                <a:spcPts val="400"/>
              </a:spcBef>
            </a:pPr>
            <a:r>
              <a:rPr>
                <a:latin typeface="Arial"/>
              </a:rPr>
              <a:t>Embedded risk management: proactive mitigation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Proven outcomes delivering DDaT at pace</a:t>
            </a:r>
          </a:p>
        </p:txBody>
      </p:sp>
      <p:sp>
        <p:nvSpPr>
          <p:cNvPr id="3" name="Text Placeholder 2"/>
          <p:cNvSpPr>
            <a:spLocks noGrp="1"/>
          </p:cNvSpPr>
          <p:nvPr>
            <p:ph type="body" idx="12" sz="quarter"/>
          </p:nvPr>
        </p:nvSpPr>
        <p:spPr/>
        <p:txBody>
          <a:bodyPr/>
          <a:lstStyle/>
          <a:p>
            <a:pPr>
              <a:spcBef>
                <a:spcPts val="400"/>
              </a:spcBef>
              <a:buChar char="•"/>
            </a:pPr>
            <a:r>
              <a:rPr>
                <a:latin typeface="Arial"/>
              </a:rPr>
              <a:t>IBM and Stable delivered successful programmes for UK public sector clients.</a:t>
            </a:r>
          </a:p>
          <a:p>
            <a:pPr>
              <a:spcBef>
                <a:spcPts val="400"/>
              </a:spcBef>
              <a:buChar char="•"/>
            </a:pPr>
            <a:r>
              <a:rPr>
                <a:latin typeface="Arial"/>
              </a:rPr>
              <a:t>Environment Agency: unified data platform in 11 months</a:t>
            </a:r>
          </a:p>
          <a:p>
            <a:pPr>
              <a:spcBef>
                <a:spcPts val="400"/>
              </a:spcBef>
              <a:buChar char="•"/>
            </a:pPr>
            <a:r>
              <a:rPr>
                <a:latin typeface="Arial"/>
              </a:rPr>
              <a:t>DVLA: 30% faster data processing</a:t>
            </a:r>
          </a:p>
          <a:p>
            <a:pPr>
              <a:spcBef>
                <a:spcPts val="400"/>
              </a:spcBef>
              <a:buChar char="•"/>
            </a:pPr>
            <a:r>
              <a:rPr>
                <a:latin typeface="Arial"/>
              </a:rPr>
              <a:t>Welsh charities: bilingual digital services</a:t>
            </a:r>
          </a:p>
          <a:p>
            <a:pPr>
              <a:spcBef>
                <a:spcPts val="400"/>
              </a:spcBef>
              <a:buChar char="•"/>
            </a:pPr>
            <a:r>
              <a:rPr>
                <a:latin typeface="Arial"/>
              </a:rPr>
              <a:t>NHS Digital: 18-month integration programme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3: Scenario 1 — Customer Platform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Discovery and shaping approach for Customer Platform</a:t>
            </a:r>
          </a:p>
        </p:txBody>
      </p:sp>
      <p:sp>
        <p:nvSpPr>
          <p:cNvPr id="3" name="Text Placeholder 2"/>
          <p:cNvSpPr>
            <a:spLocks noGrp="1"/>
          </p:cNvSpPr>
          <p:nvPr>
            <p:ph type="body" idx="13" sz="quarter"/>
          </p:nvPr>
        </p:nvSpPr>
        <p:spPr/>
        <p:txBody>
          <a:bodyPr/>
          <a:lstStyle/>
          <a:p>
            <a:pPr>
              <a:spcBef>
                <a:spcPts val="400"/>
              </a:spcBef>
              <a:buChar char="•"/>
            </a:pPr>
            <a:r>
              <a:rPr>
                <a:latin typeface="Arial"/>
              </a:rPr>
              <a:t>Blended IBM and Stable team embedded with NRW</a:t>
            </a:r>
          </a:p>
          <a:p>
            <a:pPr>
              <a:spcBef>
                <a:spcPts val="400"/>
              </a:spcBef>
              <a:buChar char="•"/>
            </a:pPr>
            <a:r>
              <a:rPr>
                <a:latin typeface="Arial"/>
              </a:rPr>
              <a:t>Three parallel activities: user, technical, commercial</a:t>
            </a:r>
          </a:p>
          <a:p>
            <a:pPr>
              <a:spcBef>
                <a:spcPts val="400"/>
              </a:spcBef>
              <a:buChar char="•"/>
            </a:pPr>
            <a:r>
              <a:rPr>
                <a:latin typeface="Arial"/>
              </a:rPr>
              <a:t>Discovery as mobilisation and shaping</a:t>
            </a:r>
          </a:p>
          <a:p>
            <a:pPr>
              <a:spcBef>
                <a:spcPts val="400"/>
              </a:spcBef>
              <a:buChar char="•"/>
            </a:pPr>
            <a:r>
              <a:rPr>
                <a:latin typeface="Arial"/>
              </a:rPr>
              <a:t>Stakeholder engagement and operational context</a:t>
            </a:r>
          </a:p>
        </p:txBody>
      </p:sp>
      <p:sp>
        <p:nvSpPr>
          <p:cNvPr id="4" name="Text Placeholder 3"/>
          <p:cNvSpPr>
            <a:spLocks noGrp="1"/>
          </p:cNvSpPr>
          <p:nvPr>
            <p:ph type="body" idx="12" sz="quarter"/>
          </p:nvPr>
        </p:nvSpPr>
        <p:spPr/>
        <p:txBody>
          <a:bodyPr/>
          <a:lstStyle/>
          <a:p>
            <a:pPr>
              <a:spcBef>
                <a:spcPts val="400"/>
              </a:spcBef>
              <a:buChar char="•"/>
            </a:pPr>
            <a:r>
              <a:rPr>
                <a:latin typeface="Arial"/>
              </a:rPr>
              <a:t>User research, service mapping, analytics</a:t>
            </a:r>
          </a:p>
          <a:p>
            <a:pPr>
              <a:spcBef>
                <a:spcPts val="400"/>
              </a:spcBef>
              <a:buChar char="•"/>
            </a:pPr>
            <a:r>
              <a:rPr>
                <a:latin typeface="Arial"/>
              </a:rPr>
              <a:t>Technical assessment of Microsoft ecosystem</a:t>
            </a:r>
          </a:p>
          <a:p>
            <a:pPr>
              <a:spcBef>
                <a:spcPts val="400"/>
              </a:spcBef>
              <a:buChar char="•"/>
            </a:pPr>
            <a:r>
              <a:rPr>
                <a:latin typeface="Arial"/>
              </a:rPr>
              <a:t>Commercial and delivery sequencing</a:t>
            </a:r>
          </a:p>
          <a:p>
            <a:pPr>
              <a:spcBef>
                <a:spcPts val="400"/>
              </a:spcBef>
              <a:buChar char="•"/>
            </a:pPr>
            <a:r>
              <a:rPr>
                <a:latin typeface="Arial"/>
              </a:rPr>
              <a:t>Evidence-based investment decisions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Discovery outputs — foundation for platform evolution</a:t>
            </a:r>
          </a:p>
        </p:txBody>
      </p:sp>
      <p:sp>
        <p:nvSpPr>
          <p:cNvPr id="3" name="Text Placeholder 2"/>
          <p:cNvSpPr>
            <a:spLocks noGrp="1"/>
          </p:cNvSpPr>
          <p:nvPr>
            <p:ph type="body" idx="12" sz="quarter"/>
          </p:nvPr>
        </p:nvSpPr>
        <p:spPr/>
        <p:txBody>
          <a:bodyPr/>
          <a:lstStyle/>
          <a:p>
            <a:pPr>
              <a:spcBef>
                <a:spcPts val="400"/>
              </a:spcBef>
            </a:pPr>
            <a:r>
              <a:rPr>
                <a:latin typeface="Arial"/>
              </a:rPr>
              <a:t>Prioritised 18–24 month service roadmap</a:t>
            </a:r>
          </a:p>
        </p:txBody>
      </p:sp>
      <p:sp>
        <p:nvSpPr>
          <p:cNvPr id="4" name="Text Placeholder 3"/>
          <p:cNvSpPr>
            <a:spLocks noGrp="1"/>
          </p:cNvSpPr>
          <p:nvPr>
            <p:ph type="body" idx="13" sz="quarter"/>
          </p:nvPr>
        </p:nvSpPr>
        <p:spPr/>
        <p:txBody>
          <a:bodyPr/>
          <a:lstStyle/>
          <a:p>
            <a:pPr>
              <a:spcBef>
                <a:spcPts val="400"/>
              </a:spcBef>
            </a:pPr>
            <a:r>
              <a:rPr>
                <a:latin typeface="Arial"/>
              </a:rPr>
              <a:t>Architectural direction aligned to Microsoft estate</a:t>
            </a:r>
          </a:p>
        </p:txBody>
      </p:sp>
      <p:sp>
        <p:nvSpPr>
          <p:cNvPr id="5" name="Text Placeholder 4"/>
          <p:cNvSpPr>
            <a:spLocks noGrp="1"/>
          </p:cNvSpPr>
          <p:nvPr>
            <p:ph type="body" idx="14" sz="quarter"/>
          </p:nvPr>
        </p:nvSpPr>
        <p:spPr/>
        <p:txBody>
          <a:bodyPr/>
          <a:lstStyle/>
          <a:p>
            <a:pPr>
              <a:spcBef>
                <a:spcPts val="400"/>
              </a:spcBef>
            </a:pPr>
            <a:r>
              <a:rPr>
                <a:latin typeface="Arial"/>
              </a:rPr>
              <a:t>Platform capability model and integrations</a:t>
            </a:r>
          </a:p>
        </p:txBody>
      </p:sp>
      <p:sp>
        <p:nvSpPr>
          <p:cNvPr id="6" name="Text Placeholder 5"/>
          <p:cNvSpPr>
            <a:spLocks noGrp="1"/>
          </p:cNvSpPr>
          <p:nvPr>
            <p:ph type="body" idx="15" sz="quarter"/>
          </p:nvPr>
        </p:nvSpPr>
        <p:spPr/>
        <p:txBody>
          <a:bodyPr/>
          <a:lstStyle/>
          <a:p>
            <a:pPr>
              <a:spcBef>
                <a:spcPts val="400"/>
              </a:spcBef>
            </a:pPr>
            <a:r>
              <a:rPr>
                <a:latin typeface="Arial"/>
              </a:rPr>
              <a:t>Sequenced delivery plan and mobilisation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Foundational architecture for NRW on the Microsoft ecosystem</a:t>
            </a:r>
          </a:p>
        </p:txBody>
      </p:sp>
      <p:sp>
        <p:nvSpPr>
          <p:cNvPr id="3" name="Text Placeholder 2"/>
          <p:cNvSpPr>
            <a:spLocks noGrp="1"/>
          </p:cNvSpPr>
          <p:nvPr>
            <p:ph type="body" idx="13" sz="quarter"/>
          </p:nvPr>
        </p:nvSpPr>
        <p:spPr/>
        <p:txBody>
          <a:bodyPr/>
          <a:lstStyle/>
          <a:p>
            <a:pPr>
              <a:spcBef>
                <a:spcPts val="400"/>
              </a:spcBef>
              <a:buChar char="•"/>
            </a:pPr>
            <a:r>
              <a:rPr>
                <a:latin typeface="Arial"/>
              </a:rPr>
              <a:t>Layer 1: Engagement</a:t>
            </a:r>
          </a:p>
          <a:p>
            <a:pPr>
              <a:spcBef>
                <a:spcPts val="400"/>
              </a:spcBef>
              <a:buChar char="•"/>
            </a:pPr>
            <a:r>
              <a:rPr>
                <a:latin typeface="Arial"/>
              </a:rPr>
              <a:t>Layer 2: CRM (Dynamics 365 as authoritative domain)</a:t>
            </a:r>
          </a:p>
          <a:p>
            <a:pPr>
              <a:spcBef>
                <a:spcPts val="400"/>
              </a:spcBef>
              <a:buChar char="•"/>
            </a:pPr>
            <a:r>
              <a:rPr>
                <a:latin typeface="Arial"/>
              </a:rPr>
              <a:t>Layer 3: Integration (Azure orchestration, API-first)</a:t>
            </a:r>
          </a:p>
          <a:p>
            <a:pPr>
              <a:spcBef>
                <a:spcPts val="400"/>
              </a:spcBef>
              <a:buChar char="•"/>
            </a:pPr>
            <a:r>
              <a:rPr>
                <a:latin typeface="Arial"/>
              </a:rPr>
              <a:t>Layer 4: Data (analytics and insights)</a:t>
            </a:r>
          </a:p>
        </p:txBody>
      </p:sp>
      <p:sp>
        <p:nvSpPr>
          <p:cNvPr id="4" name="Picture Placeholder 3"/>
          <p:cNvSpPr>
            <a:spLocks noGrp="1"/>
          </p:cNvSpPr>
          <p:nvPr>
            <p:ph type="pic" idx="14" sz="quarter"/>
          </p:nvPr>
        </p:nvSpPr>
        <p:spPr/>
        <p:txBody>
          <a:bodyP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architectural principles for platform evolution</a:t>
            </a:r>
          </a:p>
        </p:txBody>
      </p:sp>
      <p:sp>
        <p:nvSpPr>
          <p:cNvPr id="3" name="Text Placeholder 2"/>
          <p:cNvSpPr>
            <a:spLocks noGrp="1"/>
          </p:cNvSpPr>
          <p:nvPr>
            <p:ph type="body" idx="12" sz="quarter"/>
          </p:nvPr>
        </p:nvSpPr>
        <p:spPr/>
        <p:txBody>
          <a:bodyPr/>
          <a:lstStyle/>
          <a:p>
            <a:pPr>
              <a:spcBef>
                <a:spcPts val="400"/>
              </a:spcBef>
            </a:pPr>
            <a:r>
              <a:rPr>
                <a:latin typeface="Arial"/>
              </a:rPr>
              <a:t>Cloud-first, SaaS-preferred, managed services</a:t>
            </a:r>
          </a:p>
        </p:txBody>
      </p:sp>
      <p:sp>
        <p:nvSpPr>
          <p:cNvPr id="4" name="Text Placeholder 3"/>
          <p:cNvSpPr>
            <a:spLocks noGrp="1"/>
          </p:cNvSpPr>
          <p:nvPr>
            <p:ph type="body" idx="13" sz="quarter"/>
          </p:nvPr>
        </p:nvSpPr>
        <p:spPr/>
        <p:txBody>
          <a:bodyPr/>
          <a:lstStyle/>
          <a:p>
            <a:pPr>
              <a:spcBef>
                <a:spcPts val="400"/>
              </a:spcBef>
            </a:pPr>
            <a:r>
              <a:rPr>
                <a:latin typeface="Arial"/>
              </a:rPr>
              <a:t>Modularity and loose coupling</a:t>
            </a:r>
          </a:p>
        </p:txBody>
      </p:sp>
      <p:sp>
        <p:nvSpPr>
          <p:cNvPr id="5" name="Text Placeholder 4"/>
          <p:cNvSpPr>
            <a:spLocks noGrp="1"/>
          </p:cNvSpPr>
          <p:nvPr>
            <p:ph type="body" idx="14" sz="quarter"/>
          </p:nvPr>
        </p:nvSpPr>
        <p:spPr/>
        <p:txBody>
          <a:bodyPr/>
          <a:lstStyle/>
          <a:p>
            <a:pPr>
              <a:spcBef>
                <a:spcPts val="400"/>
              </a:spcBef>
            </a:pPr>
            <a:r>
              <a:rPr>
                <a:latin typeface="Arial"/>
              </a:rPr>
              <a:t>API-first and event-driven patterns</a:t>
            </a:r>
          </a:p>
        </p:txBody>
      </p:sp>
      <p:sp>
        <p:nvSpPr>
          <p:cNvPr id="6" name="Text Placeholder 5"/>
          <p:cNvSpPr>
            <a:spLocks noGrp="1"/>
          </p:cNvSpPr>
          <p:nvPr>
            <p:ph type="body" idx="15" sz="quarter"/>
          </p:nvPr>
        </p:nvSpPr>
        <p:spPr/>
        <p:txBody>
          <a:bodyPr/>
          <a:lstStyle/>
          <a:p>
            <a:pPr>
              <a:spcBef>
                <a:spcPts val="400"/>
              </a:spcBef>
            </a:pPr>
            <a:r>
              <a:rPr>
                <a:latin typeface="Arial"/>
              </a:rPr>
              <a:t>Data governance, security and privacy by design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Addressing customer data fragmentation</a:t>
            </a:r>
          </a:p>
        </p:txBody>
      </p:sp>
      <p:sp>
        <p:nvSpPr>
          <p:cNvPr id="3" name="Text Placeholder 2"/>
          <p:cNvSpPr>
            <a:spLocks noGrp="1"/>
          </p:cNvSpPr>
          <p:nvPr>
            <p:ph type="body" idx="12" sz="quarter"/>
          </p:nvPr>
        </p:nvSpPr>
        <p:spPr/>
        <p:txBody>
          <a:bodyPr/>
          <a:lstStyle/>
          <a:p>
            <a:pPr>
              <a:spcBef>
                <a:spcPts val="400"/>
              </a:spcBef>
            </a:pPr>
            <a:r>
              <a:rPr>
                <a:latin typeface="Arial"/>
              </a:rPr>
              <a:t>Inconsistent records across systems</a:t>
            </a:r>
          </a:p>
        </p:txBody>
      </p:sp>
      <p:sp>
        <p:nvSpPr>
          <p:cNvPr id="4" name="Text Placeholder 3"/>
          <p:cNvSpPr>
            <a:spLocks noGrp="1"/>
          </p:cNvSpPr>
          <p:nvPr>
            <p:ph type="body" idx="13" sz="quarter"/>
          </p:nvPr>
        </p:nvSpPr>
        <p:spPr/>
        <p:txBody>
          <a:bodyPr/>
          <a:lstStyle/>
          <a:p>
            <a:pPr>
              <a:spcBef>
                <a:spcPts val="400"/>
              </a:spcBef>
            </a:pPr>
            <a:r>
              <a:rPr>
                <a:latin typeface="Arial"/>
              </a:rPr>
              <a:t>Disconnected data flows between platforms</a:t>
            </a:r>
          </a:p>
        </p:txBody>
      </p:sp>
      <p:sp>
        <p:nvSpPr>
          <p:cNvPr id="5" name="Text Placeholder 4"/>
          <p:cNvSpPr>
            <a:spLocks noGrp="1"/>
          </p:cNvSpPr>
          <p:nvPr>
            <p:ph type="body" idx="14" sz="quarter"/>
          </p:nvPr>
        </p:nvSpPr>
        <p:spPr/>
        <p:txBody>
          <a:bodyPr/>
          <a:lstStyle/>
          <a:p>
            <a:pPr>
              <a:spcBef>
                <a:spcPts val="400"/>
              </a:spcBef>
            </a:pPr>
            <a:r>
              <a:rPr>
                <a:latin typeface="Arial"/>
              </a:rPr>
              <a:t>Fragmented user journeys</a:t>
            </a:r>
          </a:p>
        </p:txBody>
      </p:sp>
      <p:sp>
        <p:nvSpPr>
          <p:cNvPr id="6" name="Text Placeholder 5"/>
          <p:cNvSpPr>
            <a:spLocks noGrp="1"/>
          </p:cNvSpPr>
          <p:nvPr>
            <p:ph type="body" idx="15" sz="quarter"/>
          </p:nvPr>
        </p:nvSpPr>
        <p:spPr/>
        <p:txBody>
          <a:bodyPr/>
          <a:lstStyle/>
          <a:p>
            <a:pPr>
              <a:spcBef>
                <a:spcPts val="400"/>
              </a:spcBef>
            </a:pPr>
            <a:r>
              <a:rPr>
                <a:latin typeface="Arial"/>
              </a:rPr>
              <a:t>Lack of real-time, coherent customer view</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integration and platform thinking</a:t>
            </a:r>
          </a:p>
        </p:txBody>
      </p:sp>
      <p:sp>
        <p:nvSpPr>
          <p:cNvPr id="3" name="Text Placeholder 2"/>
          <p:cNvSpPr>
            <a:spLocks noGrp="1"/>
          </p:cNvSpPr>
          <p:nvPr>
            <p:ph type="body" idx="13" sz="quarter"/>
          </p:nvPr>
        </p:nvSpPr>
        <p:spPr/>
        <p:txBody>
          <a:bodyPr/>
          <a:lstStyle/>
          <a:p>
            <a:pPr>
              <a:spcBef>
                <a:spcPts val="400"/>
              </a:spcBef>
              <a:buChar char="•"/>
            </a:pPr>
            <a:r>
              <a:rPr>
                <a:latin typeface="Arial"/>
              </a:rPr>
              <a:t>Map customer data across CRM, legacy, GIS, documents</a:t>
            </a:r>
          </a:p>
          <a:p>
            <a:pPr>
              <a:spcBef>
                <a:spcPts val="400"/>
              </a:spcBef>
              <a:buChar char="•"/>
            </a:pPr>
            <a:r>
              <a:rPr>
                <a:latin typeface="Arial"/>
              </a:rPr>
              <a:t>Introduce shared customer identifier model</a:t>
            </a:r>
          </a:p>
          <a:p>
            <a:pPr>
              <a:spcBef>
                <a:spcPts val="400"/>
              </a:spcBef>
              <a:buChar char="•"/>
            </a:pPr>
            <a:r>
              <a:rPr>
                <a:latin typeface="Arial"/>
              </a:rPr>
              <a:t>Dynamics 365 as master customer record</a:t>
            </a:r>
          </a:p>
          <a:p>
            <a:pPr>
              <a:spcBef>
                <a:spcPts val="400"/>
              </a:spcBef>
              <a:buChar char="•"/>
            </a:pPr>
            <a:r>
              <a:rPr>
                <a:latin typeface="Arial"/>
              </a:rPr>
              <a:t>API-based integration for real-time data</a:t>
            </a:r>
          </a:p>
        </p:txBody>
      </p:sp>
      <p:sp>
        <p:nvSpPr>
          <p:cNvPr id="4" name="Text Placeholder 3"/>
          <p:cNvSpPr>
            <a:spLocks noGrp="1"/>
          </p:cNvSpPr>
          <p:nvPr>
            <p:ph type="body" idx="12" sz="quarter"/>
          </p:nvPr>
        </p:nvSpPr>
        <p:spPr/>
        <p:txBody>
          <a:bodyPr/>
          <a:lstStyle/>
          <a:p>
            <a:pPr>
              <a:spcBef>
                <a:spcPts val="400"/>
              </a:spcBef>
              <a:buChar char="•"/>
            </a:pPr>
            <a:r>
              <a:rPr>
                <a:latin typeface="Arial"/>
              </a:rPr>
              <a:t>Controlled consolidation via MDM and survivorship rules</a:t>
            </a:r>
          </a:p>
          <a:p>
            <a:pPr>
              <a:spcBef>
                <a:spcPts val="400"/>
              </a:spcBef>
              <a:buChar char="•"/>
            </a:pPr>
            <a:r>
              <a:rPr>
                <a:latin typeface="Arial"/>
              </a:rPr>
              <a:t>Azure-native data platform for analytics</a:t>
            </a:r>
          </a:p>
          <a:p>
            <a:pPr>
              <a:spcBef>
                <a:spcPts val="400"/>
              </a:spcBef>
              <a:buChar char="•"/>
            </a:pPr>
            <a:r>
              <a:rPr>
                <a:latin typeface="Arial"/>
              </a:rPr>
              <a:t>Validate assumptions during discovery</a:t>
            </a:r>
          </a:p>
          <a:p>
            <a:pPr>
              <a:spcBef>
                <a:spcPts val="400"/>
              </a:spcBef>
              <a:buChar char="•"/>
            </a:pPr>
            <a:r>
              <a:rPr>
                <a:latin typeface="Arial"/>
              </a:rPr>
              <a:t>Sequenced delivery to manage risk</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risks and mitigations for data integration</a:t>
            </a:r>
          </a:p>
        </p:txBody>
      </p:sp>
      <p:sp>
        <p:nvSpPr>
          <p:cNvPr id="3" name="Text Placeholder 2"/>
          <p:cNvSpPr>
            <a:spLocks noGrp="1"/>
          </p:cNvSpPr>
          <p:nvPr>
            <p:ph type="body" idx="13" sz="quarter"/>
          </p:nvPr>
        </p:nvSpPr>
        <p:spPr/>
        <p:txBody>
          <a:bodyPr/>
          <a:lstStyle/>
          <a:p>
            <a:pPr>
              <a:spcBef>
                <a:spcPts val="400"/>
              </a:spcBef>
              <a:buChar char="•"/>
            </a:pPr>
            <a:r>
              <a:rPr>
                <a:latin typeface="Arial"/>
              </a:rPr>
              <a:t>Poor data quality reduces matching accuracy</a:t>
            </a:r>
          </a:p>
          <a:p>
            <a:pPr>
              <a:spcBef>
                <a:spcPts val="400"/>
              </a:spcBef>
              <a:buChar char="•"/>
            </a:pPr>
            <a:r>
              <a:rPr>
                <a:latin typeface="Arial"/>
              </a:rPr>
              <a:t>Hidden dependencies in legacy systems</a:t>
            </a:r>
          </a:p>
          <a:p>
            <a:pPr>
              <a:spcBef>
                <a:spcPts val="400"/>
              </a:spcBef>
              <a:buChar char="•"/>
            </a:pPr>
            <a:r>
              <a:rPr>
                <a:latin typeface="Arial"/>
              </a:rPr>
              <a:t>Integration performance and security constraints</a:t>
            </a:r>
          </a:p>
          <a:p>
            <a:pPr>
              <a:spcBef>
                <a:spcPts val="400"/>
              </a:spcBef>
              <a:buChar char="•"/>
            </a:pPr>
            <a:r>
              <a:rPr>
                <a:latin typeface="Arial"/>
              </a:rPr>
              <a:t>Inconsistent ownership of customer data</a:t>
            </a:r>
          </a:p>
        </p:txBody>
      </p:sp>
      <p:sp>
        <p:nvSpPr>
          <p:cNvPr id="4" name="Text Placeholder 3"/>
          <p:cNvSpPr>
            <a:spLocks noGrp="1"/>
          </p:cNvSpPr>
          <p:nvPr>
            <p:ph type="body" idx="12" sz="quarter"/>
          </p:nvPr>
        </p:nvSpPr>
        <p:spPr/>
        <p:txBody>
          <a:bodyPr/>
          <a:lstStyle/>
          <a:p>
            <a:pPr>
              <a:spcBef>
                <a:spcPts val="400"/>
              </a:spcBef>
              <a:buChar char="•"/>
            </a:pPr>
            <a:r>
              <a:rPr>
                <a:latin typeface="Arial"/>
              </a:rPr>
              <a:t>Structured data profiling and validation</a:t>
            </a:r>
          </a:p>
          <a:p>
            <a:pPr>
              <a:spcBef>
                <a:spcPts val="400"/>
              </a:spcBef>
              <a:buChar char="•"/>
            </a:pPr>
            <a:r>
              <a:rPr>
                <a:latin typeface="Arial"/>
              </a:rPr>
              <a:t>Integration layer wraps existing systems</a:t>
            </a:r>
          </a:p>
          <a:p>
            <a:pPr>
              <a:spcBef>
                <a:spcPts val="400"/>
              </a:spcBef>
              <a:buChar char="•"/>
            </a:pPr>
            <a:r>
              <a:rPr>
                <a:latin typeface="Arial"/>
              </a:rPr>
              <a:t>API-driven connectivity with strong governance</a:t>
            </a:r>
          </a:p>
          <a:p>
            <a:pPr>
              <a:spcBef>
                <a:spcPts val="400"/>
              </a:spcBef>
              <a:buChar char="•"/>
            </a:pPr>
            <a:r>
              <a:rPr>
                <a:latin typeface="Arial"/>
              </a:rPr>
              <a:t>Early identity resolution and risk-based sequencing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Multidisciplinary delivery team structure</a:t>
            </a:r>
          </a:p>
        </p:txBody>
      </p:sp>
      <p:sp>
        <p:nvSpPr>
          <p:cNvPr id="3" name="Text Placeholder 2"/>
          <p:cNvSpPr>
            <a:spLocks noGrp="1"/>
          </p:cNvSpPr>
          <p:nvPr>
            <p:ph type="body" idx="12" sz="quarter"/>
          </p:nvPr>
        </p:nvSpPr>
        <p:spPr/>
        <p:txBody>
          <a:bodyPr/>
          <a:lstStyle/>
          <a:p>
            <a:pPr>
              <a:spcBef>
                <a:spcPts val="400"/>
              </a:spcBef>
            </a:pPr>
            <a:r>
              <a:rPr>
                <a:latin typeface="Arial"/>
              </a:rPr>
              <a:t>Service designers, business analysts, architects</a:t>
            </a:r>
          </a:p>
        </p:txBody>
      </p:sp>
      <p:sp>
        <p:nvSpPr>
          <p:cNvPr id="4" name="Text Placeholder 3"/>
          <p:cNvSpPr>
            <a:spLocks noGrp="1"/>
          </p:cNvSpPr>
          <p:nvPr>
            <p:ph type="body" idx="13" sz="quarter"/>
          </p:nvPr>
        </p:nvSpPr>
        <p:spPr/>
        <p:txBody>
          <a:bodyPr/>
          <a:lstStyle/>
          <a:p>
            <a:pPr>
              <a:spcBef>
                <a:spcPts val="400"/>
              </a:spcBef>
            </a:pPr>
            <a:r>
              <a:rPr>
                <a:latin typeface="Arial"/>
              </a:rPr>
              <a:t>Platform engineers, data specialists, product managers</a:t>
            </a:r>
          </a:p>
        </p:txBody>
      </p:sp>
      <p:sp>
        <p:nvSpPr>
          <p:cNvPr id="5" name="Text Placeholder 4"/>
          <p:cNvSpPr>
            <a:spLocks noGrp="1"/>
          </p:cNvSpPr>
          <p:nvPr>
            <p:ph type="body" idx="14" sz="quarter"/>
          </p:nvPr>
        </p:nvSpPr>
        <p:spPr/>
        <p:txBody>
          <a:bodyPr/>
          <a:lstStyle/>
          <a:p>
            <a:pPr>
              <a:spcBef>
                <a:spcPts val="400"/>
              </a:spcBef>
            </a:pPr>
            <a:r>
              <a:rPr>
                <a:latin typeface="Arial"/>
              </a:rPr>
              <a:t>UX researchers, security specialists</a:t>
            </a:r>
          </a:p>
        </p:txBody>
      </p:sp>
      <p:sp>
        <p:nvSpPr>
          <p:cNvPr id="6" name="Text Placeholder 5"/>
          <p:cNvSpPr>
            <a:spLocks noGrp="1"/>
          </p:cNvSpPr>
          <p:nvPr>
            <p:ph type="body" idx="15" sz="quarter"/>
          </p:nvPr>
        </p:nvSpPr>
        <p:spPr/>
        <p:txBody>
          <a:bodyPr/>
          <a:lstStyle/>
          <a:p>
            <a:pPr>
              <a:spcBef>
                <a:spcPts val="400"/>
              </a:spcBef>
            </a:pPr>
            <a:r>
              <a:rPr>
                <a:latin typeface="Arial"/>
              </a:rPr>
              <a:t>Blended IBM/Stable teams with NRW staff</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Phased scaling and maturity pathway</a:t>
            </a:r>
          </a:p>
        </p:txBody>
      </p:sp>
      <p:sp>
        <p:nvSpPr>
          <p:cNvPr id="3" name="Text Placeholder 2"/>
          <p:cNvSpPr>
            <a:spLocks noGrp="1"/>
          </p:cNvSpPr>
          <p:nvPr>
            <p:ph type="body" idx="12" sz="quarter"/>
          </p:nvPr>
        </p:nvSpPr>
        <p:spPr/>
        <p:txBody>
          <a:bodyPr/>
          <a:lstStyle/>
          <a:p>
            <a:pPr>
              <a:spcBef>
                <a:spcPts val="400"/>
              </a:spcBef>
            </a:pPr>
            <a:r>
              <a:rPr>
                <a:latin typeface="Arial"/>
              </a:rPr>
              <a:t>Alpha: pilot teams, validate assumptions</a:t>
            </a:r>
          </a:p>
        </p:txBody>
      </p:sp>
      <p:sp>
        <p:nvSpPr>
          <p:cNvPr id="4" name="Text Placeholder 3"/>
          <p:cNvSpPr>
            <a:spLocks noGrp="1"/>
          </p:cNvSpPr>
          <p:nvPr>
            <p:ph type="body" idx="13" sz="quarter"/>
          </p:nvPr>
        </p:nvSpPr>
        <p:spPr/>
        <p:txBody>
          <a:bodyPr/>
          <a:lstStyle/>
          <a:p>
            <a:pPr>
              <a:spcBef>
                <a:spcPts val="400"/>
              </a:spcBef>
            </a:pPr>
            <a:r>
              <a:rPr>
                <a:latin typeface="Arial"/>
              </a:rPr>
              <a:t>Beta: expand, frequent iterations</a:t>
            </a:r>
          </a:p>
        </p:txBody>
      </p:sp>
      <p:sp>
        <p:nvSpPr>
          <p:cNvPr id="5" name="Text Placeholder 4"/>
          <p:cNvSpPr>
            <a:spLocks noGrp="1"/>
          </p:cNvSpPr>
          <p:nvPr>
            <p:ph type="body" idx="14" sz="quarter"/>
          </p:nvPr>
        </p:nvSpPr>
        <p:spPr/>
        <p:txBody>
          <a:bodyPr/>
          <a:lstStyle/>
          <a:p>
            <a:pPr>
              <a:spcBef>
                <a:spcPts val="400"/>
              </a:spcBef>
            </a:pPr>
            <a:r>
              <a:rPr>
                <a:latin typeface="Arial"/>
              </a:rPr>
              <a:t>Live: sustainable mix, maintenance and operations</a:t>
            </a:r>
          </a:p>
        </p:txBody>
      </p:sp>
      <p:sp>
        <p:nvSpPr>
          <p:cNvPr id="6" name="Text Placeholder 5"/>
          <p:cNvSpPr>
            <a:spLocks noGrp="1"/>
          </p:cNvSpPr>
          <p:nvPr>
            <p:ph type="body" idx="15" sz="quarter"/>
          </p:nvPr>
        </p:nvSpPr>
        <p:spPr/>
        <p:txBody>
          <a:bodyPr/>
          <a:lstStyle/>
          <a:p>
            <a:pPr>
              <a:spcBef>
                <a:spcPts val="400"/>
              </a:spcBef>
            </a:pPr>
            <a:r>
              <a:rPr>
                <a:latin typeface="Arial"/>
              </a:rPr>
              <a:t>Retire: decommissioning with user engagement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Security, testing and service sustainability</a:t>
            </a:r>
          </a:p>
        </p:txBody>
      </p:sp>
      <p:sp>
        <p:nvSpPr>
          <p:cNvPr id="3" name="Text Placeholder 2"/>
          <p:cNvSpPr>
            <a:spLocks noGrp="1"/>
          </p:cNvSpPr>
          <p:nvPr>
            <p:ph type="body" idx="13" sz="quarter"/>
          </p:nvPr>
        </p:nvSpPr>
        <p:spPr/>
        <p:txBody>
          <a:bodyPr/>
          <a:lstStyle/>
          <a:p>
            <a:pPr>
              <a:spcBef>
                <a:spcPts val="400"/>
              </a:spcBef>
              <a:buChar char="•"/>
            </a:pPr>
            <a:r>
              <a:rPr>
                <a:latin typeface="Arial"/>
              </a:rPr>
              <a:t>Security, privacy and compliance embedded from outset</a:t>
            </a:r>
          </a:p>
          <a:p>
            <a:pPr>
              <a:spcBef>
                <a:spcPts val="400"/>
              </a:spcBef>
              <a:buChar char="•"/>
            </a:pPr>
            <a:r>
              <a:rPr>
                <a:latin typeface="Arial"/>
              </a:rPr>
              <a:t>Structured threat modelling and compliance analysis</a:t>
            </a:r>
          </a:p>
          <a:p>
            <a:pPr>
              <a:spcBef>
                <a:spcPts val="400"/>
              </a:spcBef>
              <a:buChar char="•"/>
            </a:pPr>
            <a:r>
              <a:rPr>
                <a:latin typeface="Arial"/>
              </a:rPr>
              <a:t>Proportionate testing and assurance</a:t>
            </a:r>
          </a:p>
          <a:p>
            <a:pPr>
              <a:spcBef>
                <a:spcPts val="400"/>
              </a:spcBef>
              <a:buChar char="•"/>
            </a:pPr>
            <a:r>
              <a:rPr>
                <a:latin typeface="Arial"/>
              </a:rPr>
              <a:t>Live-service operability as primary design consideration</a:t>
            </a:r>
          </a:p>
          <a:p>
            <a:pPr>
              <a:spcBef>
                <a:spcPts val="400"/>
              </a:spcBef>
              <a:buChar char="•"/>
            </a:pPr>
            <a:r>
              <a:rPr>
                <a:latin typeface="Arial"/>
              </a:rPr>
              <a:t>Knowledge transfer and capability uplift</a:t>
            </a:r>
          </a:p>
        </p:txBody>
      </p:sp>
      <p:sp>
        <p:nvSpPr>
          <p:cNvPr id="4" name="Text Placeholder 3"/>
          <p:cNvSpPr>
            <a:spLocks noGrp="1"/>
          </p:cNvSpPr>
          <p:nvPr>
            <p:ph type="body" idx="12" sz="quarter"/>
          </p:nvPr>
        </p:nvSpPr>
        <p:spPr/>
        <p:txBody>
          <a:bodyPr/>
          <a:lstStyle/>
          <a:p>
            <a:pPr>
              <a:spcBef>
                <a:spcPts val="400"/>
              </a:spcBef>
              <a:buChar char="•"/>
            </a:pPr>
            <a:r>
              <a:rPr>
                <a:latin typeface="Arial"/>
              </a:rPr>
              <a:t>Alignment with UK GDPR, Cyber Essentials Plus</a:t>
            </a:r>
          </a:p>
          <a:p>
            <a:pPr>
              <a:spcBef>
                <a:spcPts val="400"/>
              </a:spcBef>
              <a:buChar char="•"/>
            </a:pPr>
            <a:r>
              <a:rPr>
                <a:latin typeface="Arial"/>
              </a:rPr>
              <a:t>Enhanced assurance for high-risk components</a:t>
            </a:r>
          </a:p>
          <a:p>
            <a:pPr>
              <a:spcBef>
                <a:spcPts val="400"/>
              </a:spcBef>
              <a:buChar char="•"/>
            </a:pPr>
            <a:r>
              <a:rPr>
                <a:latin typeface="Arial"/>
              </a:rPr>
              <a:t>Continuous monitoring and resilience</a:t>
            </a:r>
          </a:p>
          <a:p>
            <a:pPr>
              <a:spcBef>
                <a:spcPts val="400"/>
              </a:spcBef>
              <a:buChar char="•"/>
            </a:pPr>
            <a:r>
              <a:rPr>
                <a:latin typeface="Arial"/>
              </a:rPr>
              <a:t>Progressive transition to NRW ownership</a:t>
            </a:r>
          </a:p>
          <a:p>
            <a:pPr>
              <a:spcBef>
                <a:spcPts val="400"/>
              </a:spcBef>
              <a:buChar char="•"/>
            </a:pPr>
            <a:r>
              <a:rPr>
                <a:latin typeface="Arial"/>
              </a:rPr>
              <a:t>In-house team sustains and evolves platform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4: Scenario 2 — Website Innovation Window</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12-week innovation window: test website improvements with evidence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Three innovation modes for website improvement</a:t>
            </a:r>
          </a:p>
        </p:txBody>
      </p:sp>
      <p:sp>
        <p:nvSpPr>
          <p:cNvPr id="3" name="Text Placeholder 2"/>
          <p:cNvSpPr>
            <a:spLocks noGrp="1"/>
          </p:cNvSpPr>
          <p:nvPr>
            <p:ph type="body" idx="12" sz="quarter"/>
          </p:nvPr>
        </p:nvSpPr>
        <p:spPr/>
        <p:txBody>
          <a:bodyPr/>
          <a:lstStyle/>
          <a:p>
            <a:pPr>
              <a:spcBef>
                <a:spcPts val="400"/>
              </a:spcBef>
            </a:pPr>
            <a:r>
              <a:rPr>
                <a:latin typeface="Arial"/>
              </a:rPr>
              <a:t>Discovery-led: identify viable opportunities</a:t>
            </a:r>
          </a:p>
        </p:txBody>
      </p:sp>
      <p:sp>
        <p:nvSpPr>
          <p:cNvPr id="4" name="Text Placeholder 3"/>
          <p:cNvSpPr>
            <a:spLocks noGrp="1"/>
          </p:cNvSpPr>
          <p:nvPr>
            <p:ph type="body" idx="13" sz="quarter"/>
          </p:nvPr>
        </p:nvSpPr>
        <p:spPr/>
        <p:txBody>
          <a:bodyPr/>
          <a:lstStyle/>
          <a:p>
            <a:pPr>
              <a:spcBef>
                <a:spcPts val="400"/>
              </a:spcBef>
            </a:pPr>
            <a:r>
              <a:rPr>
                <a:latin typeface="Arial"/>
              </a:rPr>
              <a:t>Proof-led: validate defined ideas</a:t>
            </a:r>
          </a:p>
        </p:txBody>
      </p:sp>
      <p:sp>
        <p:nvSpPr>
          <p:cNvPr id="5" name="Text Placeholder 4"/>
          <p:cNvSpPr>
            <a:spLocks noGrp="1"/>
          </p:cNvSpPr>
          <p:nvPr>
            <p:ph type="body" idx="14" sz="quarter"/>
          </p:nvPr>
        </p:nvSpPr>
        <p:spPr/>
        <p:txBody>
          <a:bodyPr/>
          <a:lstStyle/>
          <a:p>
            <a:pPr>
              <a:spcBef>
                <a:spcPts val="400"/>
              </a:spcBef>
            </a:pPr>
            <a:r>
              <a:rPr>
                <a:latin typeface="Arial"/>
              </a:rPr>
              <a:t>Optimisation-led: improve known pain points</a:t>
            </a:r>
          </a:p>
        </p:txBody>
      </p:sp>
      <p:sp>
        <p:nvSpPr>
          <p:cNvPr id="6" name="Text Placeholder 5"/>
          <p:cNvSpPr>
            <a:spLocks noGrp="1"/>
          </p:cNvSpPr>
          <p:nvPr>
            <p:ph type="body" idx="15" sz="quarter"/>
          </p:nvPr>
        </p:nvSpPr>
        <p:spPr/>
        <p:txBody>
          <a:bodyPr/>
          <a:lstStyle/>
          <a:p>
            <a:pPr>
              <a:spcBef>
                <a:spcPts val="400"/>
              </a:spcBef>
            </a:pPr>
            <a:r>
              <a:rPr>
                <a:latin typeface="Arial"/>
              </a:rPr>
              <a:t>Rapid learning and evidence-driven decisions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Four phases of evidence generation</a:t>
            </a:r>
          </a:p>
        </p:txBody>
      </p:sp>
      <p:sp>
        <p:nvSpPr>
          <p:cNvPr id="3" name="Text Placeholder 2"/>
          <p:cNvSpPr>
            <a:spLocks noGrp="1"/>
          </p:cNvSpPr>
          <p:nvPr>
            <p:ph type="body" idx="12" sz="quarter"/>
          </p:nvPr>
        </p:nvSpPr>
        <p:spPr/>
        <p:txBody>
          <a:bodyPr/>
          <a:lstStyle/>
          <a:p>
            <a:pPr>
              <a:spcBef>
                <a:spcPts val="400"/>
              </a:spcBef>
            </a:pPr>
            <a:r>
              <a:rPr>
                <a:latin typeface="Arial"/>
              </a:rPr>
              <a:t>Explore &amp; Discover: define hypotheses</a:t>
            </a:r>
          </a:p>
        </p:txBody>
      </p:sp>
      <p:sp>
        <p:nvSpPr>
          <p:cNvPr id="4" name="Text Placeholder 3"/>
          <p:cNvSpPr>
            <a:spLocks noGrp="1"/>
          </p:cNvSpPr>
          <p:nvPr>
            <p:ph type="body" idx="13" sz="quarter"/>
          </p:nvPr>
        </p:nvSpPr>
        <p:spPr/>
        <p:txBody>
          <a:bodyPr/>
          <a:lstStyle/>
          <a:p>
            <a:pPr>
              <a:spcBef>
                <a:spcPts val="400"/>
              </a:spcBef>
            </a:pPr>
            <a:r>
              <a:rPr>
                <a:latin typeface="Arial"/>
              </a:rPr>
              <a:t>Ideate/Co-create: low-cost experimentation</a:t>
            </a:r>
          </a:p>
        </p:txBody>
      </p:sp>
      <p:sp>
        <p:nvSpPr>
          <p:cNvPr id="5" name="Text Placeholder 4"/>
          <p:cNvSpPr>
            <a:spLocks noGrp="1"/>
          </p:cNvSpPr>
          <p:nvPr>
            <p:ph type="body" idx="14" sz="quarter"/>
          </p:nvPr>
        </p:nvSpPr>
        <p:spPr/>
        <p:txBody>
          <a:bodyPr/>
          <a:lstStyle/>
          <a:p>
            <a:pPr>
              <a:spcBef>
                <a:spcPts val="400"/>
              </a:spcBef>
            </a:pPr>
            <a:r>
              <a:rPr>
                <a:latin typeface="Arial"/>
              </a:rPr>
              <a:t>Design &amp; Build/Co-execute: deepen prototypes</a:t>
            </a:r>
          </a:p>
        </p:txBody>
      </p:sp>
      <p:sp>
        <p:nvSpPr>
          <p:cNvPr id="6" name="Text Placeholder 5"/>
          <p:cNvSpPr>
            <a:spLocks noGrp="1"/>
          </p:cNvSpPr>
          <p:nvPr>
            <p:ph type="body" idx="15" sz="quarter"/>
          </p:nvPr>
        </p:nvSpPr>
        <p:spPr/>
        <p:txBody>
          <a:bodyPr/>
          <a:lstStyle/>
          <a:p>
            <a:pPr>
              <a:spcBef>
                <a:spcPts val="400"/>
              </a:spcBef>
            </a:pPr>
            <a:r>
              <a:rPr>
                <a:latin typeface="Arial"/>
              </a:rPr>
              <a:t>Scale/Co-operate: consolidate evidence, decide next steps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Hypothesis-led approach and success criteria</a:t>
            </a:r>
          </a:p>
        </p:txBody>
      </p:sp>
      <p:sp>
        <p:nvSpPr>
          <p:cNvPr id="3" name="Text Placeholder 2"/>
          <p:cNvSpPr>
            <a:spLocks noGrp="1"/>
          </p:cNvSpPr>
          <p:nvPr>
            <p:ph type="body" idx="13" sz="quarter"/>
          </p:nvPr>
        </p:nvSpPr>
        <p:spPr/>
        <p:txBody>
          <a:bodyPr/>
          <a:lstStyle/>
          <a:p>
            <a:pPr>
              <a:spcBef>
                <a:spcPts val="400"/>
              </a:spcBef>
              <a:buChar char="•"/>
            </a:pPr>
            <a:r>
              <a:rPr>
                <a:latin typeface="Arial"/>
              </a:rPr>
              <a:t>Define explicit hypotheses linked to user problems</a:t>
            </a:r>
          </a:p>
          <a:p>
            <a:pPr>
              <a:spcBef>
                <a:spcPts val="400"/>
              </a:spcBef>
              <a:buChar char="•"/>
            </a:pPr>
            <a:r>
              <a:rPr>
                <a:latin typeface="Arial"/>
              </a:rPr>
              <a:t>Design lightweight experiments</a:t>
            </a:r>
          </a:p>
          <a:p>
            <a:pPr>
              <a:spcBef>
                <a:spcPts val="400"/>
              </a:spcBef>
              <a:buChar char="•"/>
            </a:pPr>
            <a:r>
              <a:rPr>
                <a:latin typeface="Arial"/>
              </a:rPr>
              <a:t>Run controlled tests and gather evidence</a:t>
            </a:r>
          </a:p>
          <a:p>
            <a:pPr>
              <a:spcBef>
                <a:spcPts val="400"/>
              </a:spcBef>
              <a:buChar char="•"/>
            </a:pPr>
            <a:r>
              <a:rPr>
                <a:latin typeface="Arial"/>
              </a:rPr>
              <a:t>Stakeholders review and decide</a:t>
            </a:r>
          </a:p>
        </p:txBody>
      </p:sp>
      <p:sp>
        <p:nvSpPr>
          <p:cNvPr id="4" name="Text Placeholder 3"/>
          <p:cNvSpPr>
            <a:spLocks noGrp="1"/>
          </p:cNvSpPr>
          <p:nvPr>
            <p:ph type="body" idx="12" sz="quarter"/>
          </p:nvPr>
        </p:nvSpPr>
        <p:spPr/>
        <p:txBody>
          <a:bodyPr/>
          <a:lstStyle/>
          <a:p>
            <a:pPr>
              <a:spcBef>
                <a:spcPts val="400"/>
              </a:spcBef>
              <a:buChar char="•"/>
            </a:pPr>
            <a:r>
              <a:rPr>
                <a:latin typeface="Arial"/>
              </a:rPr>
              <a:t>Measurable improvement in usability and accessibility</a:t>
            </a:r>
          </a:p>
          <a:p>
            <a:pPr>
              <a:spcBef>
                <a:spcPts val="400"/>
              </a:spcBef>
              <a:buChar char="•"/>
            </a:pPr>
            <a:r>
              <a:rPr>
                <a:latin typeface="Arial"/>
              </a:rPr>
              <a:t>Validated design and content patterns</a:t>
            </a:r>
          </a:p>
          <a:p>
            <a:pPr>
              <a:spcBef>
                <a:spcPts val="400"/>
              </a:spcBef>
              <a:buChar char="•"/>
            </a:pPr>
            <a:r>
              <a:rPr>
                <a:latin typeface="Arial"/>
              </a:rPr>
              <a:t>Evidence-led search and navigation enhancements</a:t>
            </a:r>
          </a:p>
          <a:p>
            <a:pPr>
              <a:spcBef>
                <a:spcPts val="400"/>
              </a:spcBef>
              <a:buChar char="•"/>
            </a:pPr>
            <a:r>
              <a:rPr>
                <a:latin typeface="Arial"/>
              </a:rPr>
              <a:t>Decision-ready outputs for scaling or cessation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Innovation window outputs (what we delivered)</a:t>
            </a:r>
          </a:p>
        </p:txBody>
      </p:sp>
      <p:sp>
        <p:nvSpPr>
          <p:cNvPr id="3" name="Text Placeholder 2"/>
          <p:cNvSpPr>
            <a:spLocks noGrp="1"/>
          </p:cNvSpPr>
          <p:nvPr>
            <p:ph type="body" idx="12" sz="quarter"/>
          </p:nvPr>
        </p:nvSpPr>
        <p:spPr/>
        <p:txBody>
          <a:bodyPr/>
          <a:lstStyle/>
          <a:p>
            <a:pPr>
              <a:spcBef>
                <a:spcPts val="400"/>
              </a:spcBef>
              <a:buChar char="•"/>
            </a:pPr>
            <a:r>
              <a:rPr>
                <a:latin typeface="Arial"/>
              </a:rPr>
              <a:t>Validated hypotheses and reusable design patterns</a:t>
            </a:r>
          </a:p>
          <a:p>
            <a:pPr>
              <a:spcBef>
                <a:spcPts val="400"/>
              </a:spcBef>
              <a:buChar char="•"/>
            </a:pPr>
            <a:r>
              <a:rPr>
                <a:latin typeface="Arial"/>
              </a:rPr>
              <a:t>Navigation and information architecture prototypes</a:t>
            </a:r>
          </a:p>
          <a:p>
            <a:pPr>
              <a:spcBef>
                <a:spcPts val="400"/>
              </a:spcBef>
              <a:buChar char="•"/>
            </a:pPr>
            <a:r>
              <a:rPr>
                <a:latin typeface="Arial"/>
              </a:rPr>
              <a:t>Evidence-led search improvements</a:t>
            </a:r>
          </a:p>
          <a:p>
            <a:pPr>
              <a:spcBef>
                <a:spcPts val="400"/>
              </a:spcBef>
              <a:buChar char="•"/>
            </a:pPr>
            <a:r>
              <a:rPr>
                <a:latin typeface="Arial"/>
              </a:rPr>
              <a:t>End-to-end prototypes for priority journeys</a:t>
            </a:r>
          </a:p>
          <a:p>
            <a:pPr>
              <a:spcBef>
                <a:spcPts val="400"/>
              </a:spcBef>
              <a:buChar char="•"/>
            </a:pPr>
            <a:r>
              <a:rPr>
                <a:latin typeface="Arial"/>
              </a:rPr>
              <a:t>Accessibility and content improvement backlog</a:t>
            </a:r>
          </a:p>
          <a:p>
            <a:pPr>
              <a:spcBef>
                <a:spcPts val="400"/>
              </a:spcBef>
              <a:buChar char="•"/>
            </a:pPr>
            <a:r>
              <a:rPr>
                <a:latin typeface="Arial"/>
              </a:rPr>
              <a:t>Proof of feasibility for live data integration</a:t>
            </a:r>
          </a:p>
          <a:p>
            <a:pPr>
              <a:spcBef>
                <a:spcPts val="400"/>
              </a:spcBef>
              <a:buChar char="•"/>
            </a:pPr>
            <a:r>
              <a:rPr>
                <a:latin typeface="Arial"/>
              </a:rPr>
              <a:t>Measurement framework for success metrics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risks, dependencies and assumptions</a:t>
            </a:r>
          </a:p>
        </p:txBody>
      </p:sp>
      <p:sp>
        <p:nvSpPr>
          <p:cNvPr id="3" name="Text Placeholder 2"/>
          <p:cNvSpPr>
            <a:spLocks noGrp="1"/>
          </p:cNvSpPr>
          <p:nvPr>
            <p:ph type="body" idx="13" sz="quarter"/>
          </p:nvPr>
        </p:nvSpPr>
        <p:spPr/>
        <p:txBody>
          <a:bodyPr/>
          <a:lstStyle/>
          <a:p>
            <a:pPr>
              <a:spcBef>
                <a:spcPts val="400"/>
              </a:spcBef>
              <a:buChar char="•"/>
            </a:pPr>
            <a:r>
              <a:rPr>
                <a:latin typeface="Arial"/>
              </a:rPr>
              <a:t>Poorly defined objectives</a:t>
            </a:r>
          </a:p>
          <a:p>
            <a:pPr>
              <a:spcBef>
                <a:spcPts val="400"/>
              </a:spcBef>
              <a:buChar char="•"/>
            </a:pPr>
            <a:r>
              <a:rPr>
                <a:latin typeface="Arial"/>
              </a:rPr>
              <a:t>Limited user access</a:t>
            </a:r>
          </a:p>
          <a:p>
            <a:pPr>
              <a:spcBef>
                <a:spcPts val="400"/>
              </a:spcBef>
              <a:buChar char="•"/>
            </a:pPr>
            <a:r>
              <a:rPr>
                <a:latin typeface="Arial"/>
              </a:rPr>
              <a:t>Technical and content constraints</a:t>
            </a:r>
          </a:p>
          <a:p>
            <a:pPr>
              <a:spcBef>
                <a:spcPts val="400"/>
              </a:spcBef>
              <a:buChar char="•"/>
            </a:pPr>
            <a:r>
              <a:rPr>
                <a:latin typeface="Arial"/>
              </a:rPr>
              <a:t>Time-limited innovation window</a:t>
            </a:r>
          </a:p>
          <a:p>
            <a:pPr>
              <a:spcBef>
                <a:spcPts val="400"/>
              </a:spcBef>
              <a:buChar char="•"/>
            </a:pPr>
            <a:r>
              <a:rPr>
                <a:latin typeface="Arial"/>
              </a:rPr>
              <a:t>Stakeholder engagement required</a:t>
            </a:r>
          </a:p>
        </p:txBody>
      </p:sp>
      <p:sp>
        <p:nvSpPr>
          <p:cNvPr id="4" name="Text Placeholder 3"/>
          <p:cNvSpPr>
            <a:spLocks noGrp="1"/>
          </p:cNvSpPr>
          <p:nvPr>
            <p:ph type="body" idx="12" sz="quarter"/>
          </p:nvPr>
        </p:nvSpPr>
        <p:spPr/>
        <p:txBody>
          <a:bodyPr/>
          <a:lstStyle/>
          <a:p>
            <a:pPr>
              <a:spcBef>
                <a:spcPts val="400"/>
              </a:spcBef>
              <a:buChar char="•"/>
            </a:pPr>
            <a:r>
              <a:rPr>
                <a:latin typeface="Arial"/>
              </a:rPr>
              <a:t>Early hypothesis definition</a:t>
            </a:r>
          </a:p>
          <a:p>
            <a:pPr>
              <a:spcBef>
                <a:spcPts val="400"/>
              </a:spcBef>
              <a:buChar char="•"/>
            </a:pPr>
            <a:r>
              <a:rPr>
                <a:latin typeface="Arial"/>
              </a:rPr>
              <a:t>Upfront stakeholder and user engagement</a:t>
            </a:r>
          </a:p>
          <a:p>
            <a:pPr>
              <a:spcBef>
                <a:spcPts val="400"/>
              </a:spcBef>
              <a:buChar char="•"/>
            </a:pPr>
            <a:r>
              <a:rPr>
                <a:latin typeface="Arial"/>
              </a:rPr>
              <a:t>Feasibility testing before scaling</a:t>
            </a:r>
          </a:p>
          <a:p>
            <a:pPr>
              <a:spcBef>
                <a:spcPts val="400"/>
              </a:spcBef>
              <a:buChar char="•"/>
            </a:pPr>
            <a:r>
              <a:rPr>
                <a:latin typeface="Arial"/>
              </a:rPr>
              <a:t>Disciplined disposal of weak ideas</a:t>
            </a:r>
          </a:p>
          <a:p>
            <a:pPr>
              <a:spcBef>
                <a:spcPts val="400"/>
              </a:spcBef>
              <a:buChar char="•"/>
            </a:pPr>
            <a:r>
              <a:rPr>
                <a:latin typeface="Arial"/>
              </a:rPr>
              <a:t>Clear measurement and reporting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5: Sustainability &amp; Social Value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Embedding sustainability and social value in delivery</a:t>
            </a:r>
          </a:p>
        </p:txBody>
      </p:sp>
      <p:sp>
        <p:nvSpPr>
          <p:cNvPr id="3" name="Text Placeholder 2"/>
          <p:cNvSpPr>
            <a:spLocks noGrp="1"/>
          </p:cNvSpPr>
          <p:nvPr>
            <p:ph type="body" idx="12" sz="quarter"/>
          </p:nvPr>
        </p:nvSpPr>
        <p:spPr/>
        <p:txBody>
          <a:bodyPr/>
          <a:lstStyle/>
          <a:p>
            <a:pPr>
              <a:spcBef>
                <a:spcPts val="400"/>
              </a:spcBef>
            </a:pPr>
            <a:r>
              <a:rPr>
                <a:latin typeface="Arial"/>
              </a:rPr>
              <a:t>Environmental impact reduction via cloud platforms</a:t>
            </a:r>
          </a:p>
        </p:txBody>
      </p:sp>
      <p:sp>
        <p:nvSpPr>
          <p:cNvPr id="4" name="Text Placeholder 3"/>
          <p:cNvSpPr>
            <a:spLocks noGrp="1"/>
          </p:cNvSpPr>
          <p:nvPr>
            <p:ph type="body" idx="13" sz="quarter"/>
          </p:nvPr>
        </p:nvSpPr>
        <p:spPr/>
        <p:txBody>
          <a:bodyPr/>
          <a:lstStyle/>
          <a:p>
            <a:pPr>
              <a:spcBef>
                <a:spcPts val="400"/>
              </a:spcBef>
            </a:pPr>
            <a:r>
              <a:rPr>
                <a:latin typeface="Arial"/>
              </a:rPr>
              <a:t>FinOps and GreenOps for cost and carbon visibility</a:t>
            </a:r>
          </a:p>
        </p:txBody>
      </p:sp>
      <p:sp>
        <p:nvSpPr>
          <p:cNvPr id="5" name="Text Placeholder 4"/>
          <p:cNvSpPr>
            <a:spLocks noGrp="1"/>
          </p:cNvSpPr>
          <p:nvPr>
            <p:ph type="body" idx="14" sz="quarter"/>
          </p:nvPr>
        </p:nvSpPr>
        <p:spPr/>
        <p:txBody>
          <a:bodyPr/>
          <a:lstStyle/>
          <a:p>
            <a:pPr>
              <a:spcBef>
                <a:spcPts val="400"/>
              </a:spcBef>
            </a:pPr>
            <a:r>
              <a:rPr>
                <a:latin typeface="Arial"/>
              </a:rPr>
              <a:t>Local employment and skills development</a:t>
            </a:r>
          </a:p>
        </p:txBody>
      </p:sp>
      <p:sp>
        <p:nvSpPr>
          <p:cNvPr id="6" name="Text Placeholder 5"/>
          <p:cNvSpPr>
            <a:spLocks noGrp="1"/>
          </p:cNvSpPr>
          <p:nvPr>
            <p:ph type="body" idx="15" sz="quarter"/>
          </p:nvPr>
        </p:nvSpPr>
        <p:spPr/>
        <p:txBody>
          <a:bodyPr/>
          <a:lstStyle/>
          <a:p>
            <a:pPr>
              <a:spcBef>
                <a:spcPts val="400"/>
              </a:spcBef>
            </a:pPr>
            <a:r>
              <a:rPr>
                <a:latin typeface="Arial"/>
              </a:rPr>
              <a:t>Welsh SME and social enterprise engagement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Stable's social value impact in Wales</a:t>
            </a:r>
          </a:p>
        </p:txBody>
      </p:sp>
      <p:sp>
        <p:nvSpPr>
          <p:cNvPr id="3" name="Text Placeholder 2"/>
          <p:cNvSpPr>
            <a:spLocks noGrp="1"/>
          </p:cNvSpPr>
          <p:nvPr>
            <p:ph type="body" idx="13" sz="quarter"/>
          </p:nvPr>
        </p:nvSpPr>
        <p:spPr/>
        <p:txBody>
          <a:bodyPr/>
          <a:lstStyle/>
          <a:p>
            <a:pPr>
              <a:spcBef>
                <a:spcPts val="400"/>
              </a:spcBef>
              <a:buChar char="•"/>
            </a:pPr>
            <a:r>
              <a:rPr>
                <a:latin typeface="Arial"/>
              </a:rPr>
              <a:t>Welsh-based teams supporting local employment</a:t>
            </a:r>
          </a:p>
          <a:p>
            <a:pPr>
              <a:spcBef>
                <a:spcPts val="400"/>
              </a:spcBef>
              <a:buChar char="•"/>
            </a:pPr>
            <a:r>
              <a:rPr>
                <a:latin typeface="Arial"/>
              </a:rPr>
              <a:t>Internship pathways with local universities</a:t>
            </a:r>
          </a:p>
          <a:p>
            <a:pPr>
              <a:spcBef>
                <a:spcPts val="400"/>
              </a:spcBef>
              <a:buChar char="•"/>
            </a:pPr>
            <a:r>
              <a:rPr>
                <a:latin typeface="Arial"/>
              </a:rPr>
              <a:t>Community engagement with charities</a:t>
            </a:r>
          </a:p>
          <a:p>
            <a:pPr>
              <a:spcBef>
                <a:spcPts val="400"/>
              </a:spcBef>
              <a:buChar char="•"/>
            </a:pPr>
            <a:r>
              <a:rPr>
                <a:latin typeface="Arial"/>
              </a:rPr>
              <a:t>Youth and skills initiatives</a:t>
            </a:r>
          </a:p>
        </p:txBody>
      </p:sp>
      <p:sp>
        <p:nvSpPr>
          <p:cNvPr id="4" name="Text Placeholder 3"/>
          <p:cNvSpPr>
            <a:spLocks noGrp="1"/>
          </p:cNvSpPr>
          <p:nvPr>
            <p:ph type="body" idx="12" sz="quarter"/>
          </p:nvPr>
        </p:nvSpPr>
        <p:spPr/>
        <p:txBody>
          <a:bodyPr/>
          <a:lstStyle/>
          <a:p>
            <a:pPr>
              <a:spcBef>
                <a:spcPts val="400"/>
              </a:spcBef>
              <a:buChar char="•"/>
            </a:pPr>
            <a:r>
              <a:rPr>
                <a:latin typeface="Arial"/>
              </a:rPr>
              <a:t>Partnerships with Welsh SMEs and social enterprises</a:t>
            </a:r>
          </a:p>
          <a:p>
            <a:pPr>
              <a:spcBef>
                <a:spcPts val="400"/>
              </a:spcBef>
              <a:buChar char="•"/>
            </a:pPr>
            <a:r>
              <a:rPr>
                <a:latin typeface="Arial"/>
              </a:rPr>
              <a:t>Bilingual service delivery</a:t>
            </a:r>
          </a:p>
          <a:p>
            <a:pPr>
              <a:spcBef>
                <a:spcPts val="400"/>
              </a:spcBef>
              <a:buChar char="•"/>
            </a:pPr>
            <a:r>
              <a:rPr>
                <a:latin typeface="Arial"/>
              </a:rPr>
              <a:t>Digital skills promotion in schools</a:t>
            </a:r>
          </a:p>
          <a:p>
            <a:pPr>
              <a:spcBef>
                <a:spcPts val="400"/>
              </a:spcBef>
              <a:buChar char="•"/>
            </a:pPr>
            <a:r>
              <a:rPr>
                <a:latin typeface="Arial"/>
              </a:rPr>
              <a:t>Structured reporting and measurable outcomes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Monitoring sustainability and social value performance</a:t>
            </a:r>
          </a:p>
        </p:txBody>
      </p:sp>
      <p:sp>
        <p:nvSpPr>
          <p:cNvPr id="3" name="Text Placeholder 2"/>
          <p:cNvSpPr>
            <a:spLocks noGrp="1"/>
          </p:cNvSpPr>
          <p:nvPr>
            <p:ph type="body" idx="12" sz="quarter"/>
          </p:nvPr>
        </p:nvSpPr>
        <p:spPr/>
        <p:txBody>
          <a:bodyPr/>
          <a:lstStyle/>
          <a:p>
            <a:pPr>
              <a:spcBef>
                <a:spcPts val="400"/>
              </a:spcBef>
              <a:buChar char="•"/>
            </a:pPr>
            <a:r>
              <a:rPr>
                <a:latin typeface="Arial"/>
              </a:rPr>
              <a:t>KPIs: carbon impact, supplier participation, skills uplift</a:t>
            </a:r>
          </a:p>
          <a:p>
            <a:pPr>
              <a:spcBef>
                <a:spcPts val="400"/>
              </a:spcBef>
              <a:buChar char="•"/>
            </a:pPr>
            <a:r>
              <a:rPr>
                <a:latin typeface="Arial"/>
              </a:rPr>
              <a:t>Structured reporting aligned to framework governance</a:t>
            </a:r>
          </a:p>
          <a:p>
            <a:pPr>
              <a:spcBef>
                <a:spcPts val="400"/>
              </a:spcBef>
              <a:buChar char="•"/>
            </a:pPr>
            <a:r>
              <a:rPr>
                <a:latin typeface="Arial"/>
              </a:rPr>
              <a:t>Commitments scaled to engagement size</a:t>
            </a:r>
          </a:p>
          <a:p>
            <a:pPr>
              <a:spcBef>
                <a:spcPts val="400"/>
              </a:spcBef>
              <a:buChar char="•"/>
            </a:pPr>
            <a:r>
              <a:rPr>
                <a:latin typeface="Arial"/>
              </a:rPr>
              <a:t>Continuous improvement with transparent outcomes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6: Commercial Approach</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Flexible commercial models for DDaT delivery</a:t>
            </a:r>
          </a:p>
        </p:txBody>
      </p:sp>
      <p:sp>
        <p:nvSpPr>
          <p:cNvPr id="3" name="Text Placeholder 2"/>
          <p:cNvSpPr>
            <a:spLocks noGrp="1"/>
          </p:cNvSpPr>
          <p:nvPr>
            <p:ph type="body" idx="13" sz="quarter"/>
          </p:nvPr>
        </p:nvSpPr>
        <p:spPr/>
        <p:txBody>
          <a:bodyPr/>
          <a:lstStyle/>
          <a:p>
            <a:pPr>
              <a:spcBef>
                <a:spcPts val="400"/>
              </a:spcBef>
            </a:pPr>
            <a:r>
              <a:rPr>
                <a:latin typeface="Arial"/>
              </a:rPr>
              <a:t>IBM supports multiple pricing approaches to suit requirement maturity and delivery stage.</a:t>
            </a:r>
          </a:p>
        </p:txBody>
      </p:sp>
      <p:sp>
        <p:nvSpPr>
          <p:cNvPr id="4" name="Content Placeholder 3"/>
          <p:cNvSpPr>
            <a:spLocks noGrp="1"/>
          </p:cNvSpPr>
          <p:nvPr>
            <p:ph idx="17" sz="quarter"/>
          </p:nvPr>
        </p:nvSpPr>
        <p:spPr/>
        <p:txBody>
          <a:bodyPr/>
          <a:lstStyle/>
          <a:p>
            <a:pPr>
              <a:spcBef>
                <a:spcPts val="400"/>
              </a:spcBef>
            </a:pPr>
            <a:r>
              <a:rPr>
                <a:latin typeface="Arial"/>
              </a:rPr>
              <a:t>Time and Materials: flexible for discovery phases</a:t>
            </a:r>
          </a:p>
        </p:txBody>
      </p:sp>
      <p:sp>
        <p:nvSpPr>
          <p:cNvPr id="5" name="Content Placeholder 4"/>
          <p:cNvSpPr>
            <a:spLocks noGrp="1"/>
          </p:cNvSpPr>
          <p:nvPr>
            <p:ph idx="18" sz="quarter"/>
          </p:nvPr>
        </p:nvSpPr>
        <p:spPr/>
        <p:txBody>
          <a:bodyPr/>
          <a:lstStyle/>
          <a:p>
            <a:pPr>
              <a:spcBef>
                <a:spcPts val="400"/>
              </a:spcBef>
            </a:pPr>
            <a:r>
              <a:rPr>
                <a:latin typeface="Arial"/>
              </a:rPr>
              <a:t>Fixed Price: predictable for stable requirements</a:t>
            </a:r>
          </a:p>
        </p:txBody>
      </p:sp>
      <p:sp>
        <p:nvSpPr>
          <p:cNvPr id="6" name="Content Placeholder 5"/>
          <p:cNvSpPr>
            <a:spLocks noGrp="1"/>
          </p:cNvSpPr>
          <p:nvPr>
            <p:ph idx="19" sz="quarter"/>
          </p:nvPr>
        </p:nvSpPr>
        <p:spPr/>
        <p:txBody>
          <a:bodyPr/>
          <a:lstStyle/>
          <a:p>
            <a:pPr>
              <a:spcBef>
                <a:spcPts val="400"/>
              </a:spcBef>
            </a:pPr>
            <a:r>
              <a:rPr>
                <a:latin typeface="Arial"/>
              </a:rPr>
              <a:t>Fixed Capacity: balanced agility and cost certainty</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assumptions underpinning rate card and discounts</a:t>
            </a:r>
          </a:p>
        </p:txBody>
      </p:sp>
      <p:sp>
        <p:nvSpPr>
          <p:cNvPr id="3" name="Text Placeholder 2"/>
          <p:cNvSpPr>
            <a:spLocks noGrp="1"/>
          </p:cNvSpPr>
          <p:nvPr>
            <p:ph type="body" idx="12" sz="quarter"/>
          </p:nvPr>
        </p:nvSpPr>
        <p:spPr/>
        <p:txBody>
          <a:bodyPr/>
          <a:lstStyle/>
          <a:p>
            <a:pPr>
              <a:spcBef>
                <a:spcPts val="400"/>
              </a:spcBef>
              <a:buChar char="•"/>
            </a:pPr>
            <a:r>
              <a:rPr>
                <a:latin typeface="Arial"/>
              </a:rPr>
              <a:t>Standard role definitions and inclusive delivery costs</a:t>
            </a:r>
          </a:p>
          <a:p>
            <a:pPr>
              <a:spcBef>
                <a:spcPts val="400"/>
              </a:spcBef>
              <a:buChar char="•"/>
            </a:pPr>
            <a:r>
              <a:rPr>
                <a:latin typeface="Arial"/>
              </a:rPr>
              <a:t>8-hour working day, normal delivery environments</a:t>
            </a:r>
          </a:p>
          <a:p>
            <a:pPr>
              <a:spcBef>
                <a:spcPts val="400"/>
              </a:spcBef>
              <a:buChar char="•"/>
            </a:pPr>
            <a:r>
              <a:rPr>
                <a:latin typeface="Arial"/>
              </a:rPr>
              <a:t>Innovation fund contribution included</a:t>
            </a:r>
          </a:p>
          <a:p>
            <a:pPr>
              <a:spcBef>
                <a:spcPts val="400"/>
              </a:spcBef>
              <a:buChar char="•"/>
            </a:pPr>
            <a:r>
              <a:rPr>
                <a:latin typeface="Arial"/>
              </a:rPr>
              <a:t>Rates refined at call-off for specialist needs</a:t>
            </a:r>
          </a:p>
          <a:p>
            <a:pPr>
              <a:spcBef>
                <a:spcPts val="400"/>
              </a:spcBef>
              <a:buChar char="•"/>
            </a:pPr>
            <a:r>
              <a:rPr>
                <a:latin typeface="Arial"/>
              </a:rPr>
              <a:t>Volume discounts for sustained delivery</a:t>
            </a:r>
          </a:p>
          <a:p>
            <a:pPr>
              <a:spcBef>
                <a:spcPts val="400"/>
              </a:spcBef>
              <a:buChar char="•"/>
            </a:pPr>
            <a:r>
              <a:rPr>
                <a:latin typeface="Arial"/>
              </a:rPr>
              <a:t>Transparent cost drivers and assumptions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Innovation fund principles and governance</a:t>
            </a:r>
          </a:p>
        </p:txBody>
      </p:sp>
      <p:sp>
        <p:nvSpPr>
          <p:cNvPr id="3" name="Text Placeholder 2"/>
          <p:cNvSpPr>
            <a:spLocks noGrp="1"/>
          </p:cNvSpPr>
          <p:nvPr>
            <p:ph type="body" idx="13" sz="quarter"/>
          </p:nvPr>
        </p:nvSpPr>
        <p:spPr/>
        <p:txBody>
          <a:bodyPr/>
          <a:lstStyle/>
          <a:p>
            <a:pPr>
              <a:spcBef>
                <a:spcPts val="400"/>
              </a:spcBef>
              <a:buChar char="•"/>
            </a:pPr>
            <a:r>
              <a:rPr>
                <a:latin typeface="Arial"/>
              </a:rPr>
              <a:t>Clear and transparent eligibility</a:t>
            </a:r>
          </a:p>
          <a:p>
            <a:pPr>
              <a:spcBef>
                <a:spcPts val="400"/>
              </a:spcBef>
              <a:buChar char="•"/>
            </a:pPr>
            <a:r>
              <a:rPr>
                <a:latin typeface="Arial"/>
              </a:rPr>
              <a:t>Balanced access to funds</a:t>
            </a:r>
          </a:p>
          <a:p>
            <a:pPr>
              <a:spcBef>
                <a:spcPts val="400"/>
              </a:spcBef>
              <a:buChar char="•"/>
            </a:pPr>
            <a:r>
              <a:rPr>
                <a:latin typeface="Arial"/>
              </a:rPr>
              <a:t>Impact-based funding decisions</a:t>
            </a:r>
          </a:p>
          <a:p>
            <a:pPr>
              <a:spcBef>
                <a:spcPts val="400"/>
              </a:spcBef>
              <a:buChar char="•"/>
            </a:pPr>
            <a:r>
              <a:rPr>
                <a:latin typeface="Arial"/>
              </a:rPr>
              <a:t>Support for collaborative innovation</a:t>
            </a:r>
          </a:p>
          <a:p>
            <a:pPr>
              <a:spcBef>
                <a:spcPts val="400"/>
              </a:spcBef>
              <a:buChar char="•"/>
            </a:pPr>
            <a:r>
              <a:rPr>
                <a:latin typeface="Arial"/>
              </a:rPr>
              <a:t>Annual equity and value review</a:t>
            </a:r>
          </a:p>
        </p:txBody>
      </p:sp>
      <p:sp>
        <p:nvSpPr>
          <p:cNvPr id="4" name="Text Placeholder 3"/>
          <p:cNvSpPr>
            <a:spLocks noGrp="1"/>
          </p:cNvSpPr>
          <p:nvPr>
            <p:ph type="body" idx="12" sz="quarter"/>
          </p:nvPr>
        </p:nvSpPr>
        <p:spPr/>
        <p:txBody>
          <a:bodyPr/>
          <a:lstStyle/>
          <a:p>
            <a:pPr>
              <a:spcBef>
                <a:spcPts val="400"/>
              </a:spcBef>
              <a:buChar char="•"/>
            </a:pPr>
            <a:r>
              <a:rPr>
                <a:latin typeface="Arial"/>
              </a:rPr>
              <a:t>Joint governance group with customer oversight</a:t>
            </a:r>
          </a:p>
          <a:p>
            <a:pPr>
              <a:spcBef>
                <a:spcPts val="400"/>
              </a:spcBef>
              <a:buChar char="•"/>
            </a:pPr>
            <a:r>
              <a:rPr>
                <a:latin typeface="Arial"/>
              </a:rPr>
              <a:t>Visible criteria, scoring and rationale</a:t>
            </a:r>
          </a:p>
          <a:p>
            <a:pPr>
              <a:spcBef>
                <a:spcPts val="400"/>
              </a:spcBef>
              <a:buChar char="•"/>
            </a:pPr>
            <a:r>
              <a:rPr>
                <a:latin typeface="Arial"/>
              </a:rPr>
              <a:t>Periodic review and adjustment</a:t>
            </a:r>
          </a:p>
          <a:p>
            <a:pPr>
              <a:spcBef>
                <a:spcPts val="400"/>
              </a:spcBef>
              <a:buChar char="•"/>
            </a:pPr>
            <a:r>
              <a:rPr>
                <a:latin typeface="Arial"/>
              </a:rPr>
              <a:t>Structured participation and open outcomes</a:t>
            </a:r>
          </a:p>
          <a:p>
            <a:pPr>
              <a:spcBef>
                <a:spcPts val="400"/>
              </a:spcBef>
              <a:buChar char="•"/>
            </a:pPr>
            <a:r>
              <a:rPr>
                <a:latin typeface="Arial"/>
              </a:rPr>
              <a:t>Maximising customer and supplier benefit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7: Close &amp; Next Steps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 mobilise NRW and supplier discovery</a:t>
            </a:r>
          </a:p>
        </p:txBody>
      </p:sp>
      <p:sp>
        <p:nvSpPr>
          <p:cNvPr id="3" name="Text Placeholder 2"/>
          <p:cNvSpPr>
            <a:spLocks noGrp="1"/>
          </p:cNvSpPr>
          <p:nvPr>
            <p:ph type="body" idx="13" sz="quarter"/>
          </p:nvPr>
        </p:nvSpPr>
        <p:spPr/>
        <p:txBody>
          <a:bodyPr/>
          <a:lstStyle/>
          <a:p>
            <a:pPr>
              <a:spcBef>
                <a:spcPts val="400"/>
              </a:spcBef>
              <a:buChar char="•"/>
            </a:pPr>
            <a:r>
              <a:rPr>
                <a:latin typeface="Arial"/>
              </a:rPr>
              <a:t>IBM: issue final commercial proposal</a:t>
            </a:r>
          </a:p>
          <a:p>
            <a:pPr>
              <a:spcBef>
                <a:spcPts val="400"/>
              </a:spcBef>
              <a:buChar char="•"/>
            </a:pPr>
            <a:r>
              <a:rPr>
                <a:latin typeface="Arial"/>
              </a:rPr>
              <a:t>IBM: schedule discovery kickoff workshop</a:t>
            </a:r>
          </a:p>
          <a:p>
            <a:pPr>
              <a:spcBef>
                <a:spcPts val="400"/>
              </a:spcBef>
              <a:buChar char="•"/>
            </a:pPr>
            <a:r>
              <a:rPr>
                <a:latin typeface="Arial"/>
              </a:rPr>
              <a:t>Stable: confirm Welsh-based delivery team availability</a:t>
            </a:r>
          </a:p>
          <a:p>
            <a:pPr>
              <a:spcBef>
                <a:spcPts val="400"/>
              </a:spcBef>
              <a:buChar char="•"/>
            </a:pPr>
            <a:r>
              <a:rPr>
                <a:latin typeface="Arial"/>
              </a:rPr>
              <a:t>IBM/Stable: prepare onboarding materials</a:t>
            </a:r>
          </a:p>
        </p:txBody>
      </p:sp>
      <p:sp>
        <p:nvSpPr>
          <p:cNvPr id="4" name="Text Placeholder 3"/>
          <p:cNvSpPr>
            <a:spLocks noGrp="1"/>
          </p:cNvSpPr>
          <p:nvPr>
            <p:ph type="body" idx="12" sz="quarter"/>
          </p:nvPr>
        </p:nvSpPr>
        <p:spPr/>
        <p:txBody>
          <a:bodyPr/>
          <a:lstStyle/>
          <a:p>
            <a:pPr>
              <a:spcBef>
                <a:spcPts val="400"/>
              </a:spcBef>
              <a:buChar char="•"/>
            </a:pPr>
            <a:r>
              <a:rPr>
                <a:latin typeface="Arial"/>
              </a:rPr>
              <a:t>NRW: confirm stakeholder availability</a:t>
            </a:r>
          </a:p>
          <a:p>
            <a:pPr>
              <a:spcBef>
                <a:spcPts val="400"/>
              </a:spcBef>
              <a:buChar char="•"/>
            </a:pPr>
            <a:r>
              <a:rPr>
                <a:latin typeface="Arial"/>
              </a:rPr>
              <a:t>NRW: share system inventory and data dictionary</a:t>
            </a:r>
          </a:p>
          <a:p>
            <a:pPr>
              <a:spcBef>
                <a:spcPts val="400"/>
              </a:spcBef>
              <a:buChar char="•"/>
            </a:pPr>
            <a:r>
              <a:rPr>
                <a:latin typeface="Arial"/>
              </a:rPr>
              <a:t>NRW: agree innovation window hypotheses</a:t>
            </a:r>
          </a:p>
          <a:p>
            <a:pPr>
              <a:spcBef>
                <a:spcPts val="400"/>
              </a:spcBef>
              <a:buChar char="•"/>
            </a:pPr>
            <a:r>
              <a:rPr>
                <a:latin typeface="Arial"/>
              </a:rPr>
              <a:t>NRW: review sustainability and social value KPIs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Thank you</a:t>
            </a:r>
          </a:p>
        </p:txBody>
      </p:sp>
      <p:sp>
        <p:nvSpPr>
          <p:cNvPr id="3" name="Text Placeholder 2"/>
          <p:cNvSpPr>
            <a:spLocks noGrp="1"/>
          </p:cNvSpPr>
          <p:nvPr>
            <p:ph type="body" idx="13" sz="quarter"/>
          </p:nvPr>
        </p:nvSpPr>
        <p:spPr/>
        <p:txBody>
          <a:bodyPr/>
          <a:lstStyle/>
          <a:p>
            <a:pPr>
              <a:spcBef>
                <a:spcPts val="400"/>
              </a:spcBef>
            </a:pPr>
            <a:r>
              <a:rPr>
                <a:latin typeface="Arial"/>
              </a:rPr>
              <a:t>['Dave Aspden | Stable CEO | dave@stable.co.uk', 'Phil Davenport | IBM Client Delivery Partner | philip.davenport@ibm.com', 'David Rowley | IBM Microsoft Practice CTO | david.rowley@ibm.com', 'Ryan Lewis | Stable CTO/MD | ryan@stable.co.uk']</a:t>
            </a:r>
          </a:p>
        </p:txBody>
      </p:sp>
      <p:sp>
        <p:nvSpPr>
          <p:cNvPr id="4" name="Text Placeholder 3"/>
          <p:cNvSpPr>
            <a:spLocks noGrp="1"/>
          </p:cNvSpPr>
          <p:nvPr>
            <p:ph type="body" idx="14" sz="quarter"/>
          </p:nvPr>
        </p:nvSpPr>
        <p:spPr/>
        <p:txBody>
          <a:bodyPr/>
          <a:lstStyle/>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heme/theme1.xml><?xml version="1.0" encoding="utf-8"?>
<a:theme xmlns:a="http://schemas.openxmlformats.org/drawingml/2006/main" name="IBM Brand Template 2022">
  <a:themeElements>
    <a:clrScheme name="IBM brand presentation palette 2022">
      <a:dk1>
        <a:srgbClr val="FFFFFF"/>
      </a:dk1>
      <a:lt1>
        <a:srgbClr val="000000"/>
      </a:lt1>
      <a:dk2>
        <a:srgbClr val="E5F6FF"/>
      </a:dk2>
      <a:lt2>
        <a:srgbClr val="F4F4F4"/>
      </a:lt2>
      <a:accent1>
        <a:srgbClr val="002D9C"/>
      </a:accent1>
      <a:accent2>
        <a:srgbClr val="0F62FE"/>
      </a:accent2>
      <a:accent3>
        <a:srgbClr val="82CFFF"/>
      </a:accent3>
      <a:accent4>
        <a:srgbClr val="9EF0F0"/>
      </a:accent4>
      <a:accent5>
        <a:srgbClr val="E0E0E0"/>
      </a:accent5>
      <a:accent6>
        <a:srgbClr val="FCF4D6"/>
      </a:accent6>
      <a:hlink>
        <a:srgbClr val="0F62FE"/>
      </a:hlink>
      <a:folHlink>
        <a:srgbClr val="6F6F6F"/>
      </a:folHlink>
    </a:clrScheme>
    <a:fontScheme name="Arial">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w="19050">
          <a:solidFill>
            <a:schemeClr val="accent1"/>
          </a:solidFill>
          <a:headEnd type="none" w="med" len="med"/>
          <a:tailEnd type="none" w="med" len="med"/>
        </a:ln>
        <a:effectLst/>
      </a:spPr>
      <a:bodyPr vert="horz" wrap="square" lIns="91440" tIns="91440" rIns="91440" bIns="91440" numCol="1" rtlCol="0"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 typeface="System Font Regular"/>
          <a:buNone/>
          <a:tabLst/>
          <a:defRPr kumimoji="0" sz="1400" b="0" i="0" u="none" strike="noStrike" cap="none" normalizeH="0" baseline="0" dirty="0" smtClean="0">
            <a:ln>
              <a:noFill/>
            </a:ln>
            <a:solidFill>
              <a:schemeClr val="bg1"/>
            </a:solidFill>
            <a:effectLst/>
            <a:latin typeface="+mn-lt"/>
          </a:defRPr>
        </a:defPPr>
      </a:lstStyle>
      <a:style>
        <a:lnRef idx="2">
          <a:schemeClr val="accent6"/>
        </a:lnRef>
        <a:fillRef idx="1">
          <a:schemeClr val="lt1"/>
        </a:fillRef>
        <a:effectRef idx="0">
          <a:schemeClr val="accent6"/>
        </a:effectRef>
        <a:fontRef idx="minor">
          <a:schemeClr val="dk1"/>
        </a:fontRef>
      </a:style>
    </a:spDef>
    <a:lnDef>
      <a:spPr bwMode="auto">
        <a:ln w="19050">
          <a:solidFill>
            <a:schemeClr val="tx1"/>
          </a:solidFill>
          <a:headEnd type="none" w="med" len="med"/>
          <a:tailEnd type="none" w="med" len="med"/>
        </a:ln>
        <a:effectLst/>
      </a:spPr>
      <a:bodyPr/>
      <a:lstStyle/>
      <a:style>
        <a:lnRef idx="1">
          <a:schemeClr val="dk1"/>
        </a:lnRef>
        <a:fillRef idx="0">
          <a:schemeClr val="dk1"/>
        </a:fillRef>
        <a:effectRef idx="0">
          <a:schemeClr val="dk1"/>
        </a:effectRef>
        <a:fontRef idx="minor">
          <a:schemeClr val="tx1"/>
        </a:fontRef>
      </a:style>
    </a:lnDef>
    <a:txDef>
      <a:spPr>
        <a:noFill/>
      </a:spPr>
      <a:bodyPr wrap="square" lIns="91440" tIns="91440" rIns="91440" bIns="91440" rtlCol="0">
        <a:spAutoFit/>
      </a:bodyPr>
      <a:lstStyle>
        <a:defPPr marL="173736" indent="-173736" algn="l">
          <a:spcBef>
            <a:spcPts val="1100"/>
          </a:spcBef>
          <a:buFont typeface="System Font Regular"/>
          <a:buChar char="–"/>
          <a:defRPr sz="1400" dirty="0" smtClean="0">
            <a:solidFill>
              <a:schemeClr val="tx1"/>
            </a:solidFill>
            <a:latin typeface="+mn-lt"/>
            <a:ea typeface="Arial" charset="0"/>
            <a:cs typeface="Arial" charset="0"/>
          </a:defRPr>
        </a:defPPr>
      </a:lstStyle>
    </a:txDef>
  </a:objectDefaults>
  <a:extraClrSchemeLst/>
  <a:custClrLst>
    <a:custClr name="Gray 100">
      <a:srgbClr val="161616"/>
    </a:custClr>
    <a:custClr name="Gray 90">
      <a:srgbClr val="262626"/>
    </a:custClr>
    <a:custClr name="Gray 80">
      <a:srgbClr val="393939"/>
    </a:custClr>
    <a:custClr name="Gray 70">
      <a:srgbClr val="525252"/>
    </a:custClr>
    <a:custClr name="Gray 60">
      <a:srgbClr val="6F6F6F"/>
    </a:custClr>
    <a:custClr name="Gray 50">
      <a:srgbClr val="8D8D8D"/>
    </a:custClr>
    <a:custClr name="Gray 40">
      <a:srgbClr val="A8A8A8"/>
    </a:custClr>
    <a:custClr name="Gray 30">
      <a:srgbClr val="C6C6C6"/>
    </a:custClr>
    <a:custClr name="Gray 20">
      <a:srgbClr val="E0E0E0"/>
    </a:custClr>
    <a:custClr name="Gray 10">
      <a:srgbClr val="F4F4F4"/>
    </a:custClr>
    <a:custClr name="Blue 100">
      <a:srgbClr val="001141"/>
    </a:custClr>
    <a:custClr name="Blue 90">
      <a:srgbClr val="001D6C"/>
    </a:custClr>
    <a:custClr name="Blue 80">
      <a:srgbClr val="002D9C"/>
    </a:custClr>
    <a:custClr name="Blue 70">
      <a:srgbClr val="0043CE"/>
    </a:custClr>
    <a:custClr name="Blue 60">
      <a:srgbClr val="0F62FE"/>
    </a:custClr>
    <a:custClr name="Cyan 50">
      <a:srgbClr val="1192E8"/>
    </a:custClr>
    <a:custClr name="Cyan 40">
      <a:srgbClr val="33B1FF"/>
    </a:custClr>
    <a:custClr name="Cyan 30">
      <a:srgbClr val="82CFFF"/>
    </a:custClr>
    <a:custClr name="Cyan 20">
      <a:srgbClr val="BAE6FF"/>
    </a:custClr>
    <a:custClr name="Cyan 10">
      <a:srgbClr val="E5F6FF"/>
    </a:custClr>
    <a:custClr name="Red 50">
      <a:srgbClr val="FA4D56"/>
    </a:custClr>
    <a:custClr name="Red 40">
      <a:srgbClr val="FF8389"/>
    </a:custClr>
    <a:custClr name="Red 30">
      <a:srgbClr val="FFB3B8"/>
    </a:custClr>
    <a:custClr name="Red 20">
      <a:srgbClr val="FFD7D9"/>
    </a:custClr>
    <a:custClr name="Red 10">
      <a:srgbClr val="FFF1F1"/>
    </a:custClr>
    <a:custClr name="Purple 50">
      <a:srgbClr val="A56EFF"/>
    </a:custClr>
    <a:custClr name="Purple 40">
      <a:srgbClr val="BE95FF"/>
    </a:custClr>
    <a:custClr name="Purple 30">
      <a:srgbClr val="D4BBFF"/>
    </a:custClr>
    <a:custClr name="Purple 20">
      <a:srgbClr val="E8DAFF"/>
    </a:custClr>
    <a:custClr name="Purple 10">
      <a:srgbClr val="F6F2FF"/>
    </a:custClr>
    <a:custClr name="Green 30">
      <a:srgbClr val="6FDC8C"/>
    </a:custClr>
    <a:custClr name="Green 20">
      <a:srgbClr val="A7F0BA"/>
    </a:custClr>
    <a:custClr name="Green 10">
      <a:srgbClr val="DEFBE6"/>
    </a:custClr>
    <a:custClr name="Yellow 20">
      <a:srgbClr val="FDDC69"/>
    </a:custClr>
    <a:custClr name="Yellow 10">
      <a:srgbClr val="FCF4D6"/>
    </a:custClr>
    <a:custClr name="Teal 50">
      <a:srgbClr val="009D9A"/>
    </a:custClr>
    <a:custClr name="Teal 40">
      <a:srgbClr val="08BDBA"/>
    </a:custClr>
    <a:custClr name="Teal 30">
      <a:srgbClr val="3DDBD9"/>
    </a:custClr>
    <a:custClr name="Teal 20">
      <a:srgbClr val="9EF0F0"/>
    </a:custClr>
    <a:custClr name="Teal 10">
      <a:srgbClr val="D9FBFB"/>
    </a:custClr>
  </a:custClrLst>
  <a:extLst>
    <a:ext uri="{05A4C25C-085E-4340-85A3-A5531E510DB2}">
      <thm15:themeFamily xmlns:thm15="http://schemas.microsoft.com/office/thememl/2012/main" name="IBM_Consulting_Master_Presentation_2021_V02_Arial" id="{B2C576C2-600E-F64A-B9E3-D1962F0CA4D8}" vid="{07FDF6E9-F782-6448-8CF6-F1EBA0EAB26E}"/>
    </a:ext>
  </a:extLst>
</a:theme>
</file>

<file path=ppt/theme/theme2.xml><?xml version="1.0" encoding="utf-8"?>
<a:theme xmlns:a="http://schemas.openxmlformats.org/drawingml/2006/main" name="IBM BxD 2018 black background">
  <a:themeElements>
    <a:clrScheme name="Custom 3">
      <a:dk1>
        <a:srgbClr val="FFFFFF"/>
      </a:dk1>
      <a:lt1>
        <a:srgbClr val="000000"/>
      </a:lt1>
      <a:dk2>
        <a:srgbClr val="525252"/>
      </a:dk2>
      <a:lt2>
        <a:srgbClr val="F4F4F4"/>
      </a:lt2>
      <a:accent1>
        <a:srgbClr val="0F62FE"/>
      </a:accent1>
      <a:accent2>
        <a:srgbClr val="002D9C"/>
      </a:accent2>
      <a:accent3>
        <a:srgbClr val="D02670"/>
      </a:accent3>
      <a:accent4>
        <a:srgbClr val="8A3FFC"/>
      </a:accent4>
      <a:accent5>
        <a:srgbClr val="007D79"/>
      </a:accent5>
      <a:accent6>
        <a:srgbClr val="697077"/>
      </a:accent6>
      <a:hlink>
        <a:srgbClr val="4589FF"/>
      </a:hlink>
      <a:folHlink>
        <a:srgbClr val="6F6F6F"/>
      </a:folHlink>
    </a:clrScheme>
    <a:fontScheme name="Arial">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bg1"/>
        </a:solidFill>
        <a:ln w="19050">
          <a:solidFill>
            <a:schemeClr val="bg1"/>
          </a:solidFill>
          <a:headEnd type="none" w="med" len="med"/>
          <a:tailEnd type="none" w="med" len="med"/>
        </a:ln>
        <a:effectLst/>
      </a:spPr>
      <a:bodyPr vert="horz" wrap="square" lIns="36000" tIns="36000" rIns="36000" bIns="36000" numCol="1" rtlCol="0" anchor="t" anchorCtr="0" compatLnSpc="1">
        <a:prstTxWarp prst="textNoShape">
          <a:avLst/>
        </a:prstTxWarp>
      </a:bodyPr>
      <a:lstStyle>
        <a:defPPr marL="0" marR="0" indent="0" algn="l" defTabSz="914400" rtl="0" eaLnBrk="1" fontAlgn="base" latinLnBrk="0" hangingPunct="1">
          <a:lnSpc>
            <a:spcPct val="90000"/>
          </a:lnSpc>
          <a:spcBef>
            <a:spcPct val="0"/>
          </a:spcBef>
          <a:spcAft>
            <a:spcPct val="0"/>
          </a:spcAft>
          <a:buClrTx/>
          <a:buSzTx/>
          <a:buFontTx/>
          <a:buNone/>
          <a:tabLst/>
          <a:defRPr kumimoji="0" sz="2000" b="0" i="0" u="none" strike="noStrike" cap="none" normalizeH="0" baseline="0" dirty="0" smtClean="0">
            <a:ln>
              <a:noFill/>
            </a:ln>
            <a:solidFill>
              <a:srgbClr val="191919"/>
            </a:solidFill>
            <a:effectLst/>
            <a:latin typeface="Arial" pitchFamily="34" charset="0"/>
          </a:defRPr>
        </a:defPPr>
      </a:lstStyle>
      <a:style>
        <a:lnRef idx="2">
          <a:schemeClr val="accent6"/>
        </a:lnRef>
        <a:fillRef idx="1">
          <a:schemeClr val="lt1"/>
        </a:fillRef>
        <a:effectRef idx="0">
          <a:schemeClr val="accent6"/>
        </a:effectRef>
        <a:fontRef idx="minor">
          <a:schemeClr val="dk1"/>
        </a:fontRef>
      </a:style>
    </a:spDef>
    <a:lnDef>
      <a:spPr bwMode="auto">
        <a:ln w="19050">
          <a:solidFill>
            <a:schemeClr val="bg1"/>
          </a:solidFill>
          <a:headEnd type="none" w="med" len="med"/>
          <a:tailEnd type="none" w="med" len="med"/>
        </a:ln>
        <a:effectLst/>
      </a:spPr>
      <a:bodyPr/>
      <a:lstStyle/>
      <a:style>
        <a:lnRef idx="1">
          <a:schemeClr val="dk1"/>
        </a:lnRef>
        <a:fillRef idx="0">
          <a:schemeClr val="dk1"/>
        </a:fillRef>
        <a:effectRef idx="0">
          <a:schemeClr val="dk1"/>
        </a:effectRef>
        <a:fontRef idx="minor">
          <a:schemeClr val="tx1"/>
        </a:fontRef>
      </a:style>
    </a:lnDef>
    <a:txDef>
      <a:spPr>
        <a:noFill/>
      </a:spPr>
      <a:bodyPr wrap="square" rtlCol="0">
        <a:spAutoFit/>
      </a:bodyPr>
      <a:lstStyle>
        <a:defPPr>
          <a:defRPr sz="1400" dirty="0" smtClean="0">
            <a:solidFill>
              <a:schemeClr val="bg1"/>
            </a:solidFill>
            <a:latin typeface="Arial" charset="0"/>
            <a:ea typeface="Arial" charset="0"/>
            <a:cs typeface="Arial" charset="0"/>
          </a:defRPr>
        </a:defPPr>
      </a:lstStyle>
    </a:txDef>
  </a:objectDefaults>
  <a:extraClrSchemeLst/>
  <a:custClrLst>
    <a:custClr name="Magenta 100">
      <a:srgbClr val="2A0A18"/>
    </a:custClr>
    <a:custClr name="Magenta 90">
      <a:srgbClr val="510224"/>
    </a:custClr>
    <a:custClr name="Magenta 80">
      <a:srgbClr val="740937"/>
    </a:custClr>
    <a:custClr name="Magenta 70">
      <a:srgbClr val="9F1853"/>
    </a:custClr>
    <a:custClr name="Magenta 60">
      <a:srgbClr val="D12771"/>
    </a:custClr>
    <a:custClr name="Magenta 50">
      <a:srgbClr val="EE5396"/>
    </a:custClr>
    <a:custClr name="Magenta 40">
      <a:srgbClr val="FF7EB6"/>
    </a:custClr>
    <a:custClr name="Magenta 30">
      <a:srgbClr val="FFAFD2"/>
    </a:custClr>
    <a:custClr name="Magenta 20">
      <a:srgbClr val="FFD6E8"/>
    </a:custClr>
    <a:custClr name="Magenta 10">
      <a:srgbClr val="FFF0F7"/>
    </a:custClr>
    <a:custClr name="Purple 100">
      <a:srgbClr val="1C0F30"/>
    </a:custClr>
    <a:custClr name="Purple 90">
      <a:srgbClr val="31135E"/>
    </a:custClr>
    <a:custClr name="Purple 80">
      <a:srgbClr val="491D8B"/>
    </a:custClr>
    <a:custClr name="Purple 70">
      <a:srgbClr val="6929C4"/>
    </a:custClr>
    <a:custClr name="Purple 60">
      <a:srgbClr val="8A3FFC"/>
    </a:custClr>
    <a:custClr name="Purple 50">
      <a:srgbClr val="A56EFF"/>
    </a:custClr>
    <a:custClr name="Purple 40">
      <a:srgbClr val="BE95FF"/>
    </a:custClr>
    <a:custClr name="Purple 30">
      <a:srgbClr val="D4BBFF"/>
    </a:custClr>
    <a:custClr name="Purple 20">
      <a:srgbClr val="E8DAFF"/>
    </a:custClr>
    <a:custClr name="Purple 10">
      <a:srgbClr val="F6F2FF"/>
    </a:custClr>
    <a:custClr name="Blue 100">
      <a:srgbClr val="001141"/>
    </a:custClr>
    <a:custClr name="Blue 90">
      <a:srgbClr val="001D6C"/>
    </a:custClr>
    <a:custClr name="Blue 80">
      <a:srgbClr val="002D9C"/>
    </a:custClr>
    <a:custClr name="Blue 70">
      <a:srgbClr val="0043CE"/>
    </a:custClr>
    <a:custClr name="Blue 60">
      <a:srgbClr val="0F62FE"/>
    </a:custClr>
    <a:custClr name="Blue 50">
      <a:srgbClr val="4589FF"/>
    </a:custClr>
    <a:custClr name="Blue 40">
      <a:srgbClr val="78A9FF"/>
    </a:custClr>
    <a:custClr name="Blue 30">
      <a:srgbClr val="A6C8FF"/>
    </a:custClr>
    <a:custClr name="Blue 20">
      <a:srgbClr val="D0E2FF"/>
    </a:custClr>
    <a:custClr name="Blue 10">
      <a:srgbClr val="EDF5FF"/>
    </a:custClr>
    <a:custClr name="Teal 100">
      <a:srgbClr val="081A1C"/>
    </a:custClr>
    <a:custClr name="Teal 90">
      <a:srgbClr val="022B30"/>
    </a:custClr>
    <a:custClr name="Teal 80">
      <a:srgbClr val="004548"/>
    </a:custClr>
    <a:custClr name="Teal 70">
      <a:srgbClr val="005D5D"/>
    </a:custClr>
    <a:custClr name="Teal 60">
      <a:srgbClr val="007D79"/>
    </a:custClr>
    <a:custClr name="Teal 50">
      <a:srgbClr val="009C98"/>
    </a:custClr>
    <a:custClr name="Teal 40">
      <a:srgbClr val="08BDBA"/>
    </a:custClr>
    <a:custClr name="Teal 30">
      <a:srgbClr val="3DDBD9"/>
    </a:custClr>
    <a:custClr name="Teal 20">
      <a:srgbClr val="9EF0F0"/>
    </a:custClr>
    <a:custClr name="Teal 10">
      <a:srgbClr val="D9FBFB"/>
    </a:custClr>
    <a:custClr name="Gray 100">
      <a:srgbClr val="161616"/>
    </a:custClr>
    <a:custClr name="Gray 90">
      <a:srgbClr val="262626"/>
    </a:custClr>
    <a:custClr name="Gray 80">
      <a:srgbClr val="393939"/>
    </a:custClr>
    <a:custClr name="Gray 70">
      <a:srgbClr val="525252"/>
    </a:custClr>
    <a:custClr name="Gray 60">
      <a:srgbClr val="6F6F6F"/>
    </a:custClr>
    <a:custClr name="Gray 50">
      <a:srgbClr val="8D8D8D"/>
    </a:custClr>
    <a:custClr name="Gray 40">
      <a:srgbClr val="A8A8A8"/>
    </a:custClr>
    <a:custClr name="Gray 30">
      <a:srgbClr val="C6C6C6"/>
    </a:custClr>
    <a:custClr name="Gray 20">
      <a:srgbClr val="E0E0E0"/>
    </a:custClr>
    <a:custClr name="Gray 10">
      <a:srgbClr val="F4F4F4"/>
    </a:custClr>
  </a:custClrLst>
  <a:extLst>
    <a:ext uri="{05A4C25C-085E-4340-85A3-A5531E510DB2}">
      <thm15:themeFamily xmlns:thm15="http://schemas.microsoft.com/office/thememl/2012/main" name="IBM_Master_Presentation_1124_V01_Plex.pptx" id="{80B8559C-7CF0-5B40-975D-B007EC7BCB16}" vid="{15B3B518-7CF1-234E-B76B-F16347DE476D}"/>
    </a:ext>
  </a:extLst>
</a:theme>
</file>

<file path=ppt/theme/theme3.xml><?xml version="1.0" encoding="utf-8"?>
<a:theme xmlns:a="http://schemas.openxmlformats.org/drawingml/2006/main" name="IBM BxD 2018 black background">
  <a:themeElements>
    <a:clrScheme name="Custom 3">
      <a:dk1>
        <a:srgbClr val="FFFFFF"/>
      </a:dk1>
      <a:lt1>
        <a:srgbClr val="000000"/>
      </a:lt1>
      <a:dk2>
        <a:srgbClr val="525252"/>
      </a:dk2>
      <a:lt2>
        <a:srgbClr val="F4F4F4"/>
      </a:lt2>
      <a:accent1>
        <a:srgbClr val="0F62FE"/>
      </a:accent1>
      <a:accent2>
        <a:srgbClr val="002D9C"/>
      </a:accent2>
      <a:accent3>
        <a:srgbClr val="D02670"/>
      </a:accent3>
      <a:accent4>
        <a:srgbClr val="8A3FFC"/>
      </a:accent4>
      <a:accent5>
        <a:srgbClr val="007D79"/>
      </a:accent5>
      <a:accent6>
        <a:srgbClr val="697077"/>
      </a:accent6>
      <a:hlink>
        <a:srgbClr val="4589FF"/>
      </a:hlink>
      <a:folHlink>
        <a:srgbClr val="6F6F6F"/>
      </a:folHlink>
    </a:clrScheme>
    <a:fontScheme name="Arial">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bg1"/>
        </a:solidFill>
        <a:ln w="19050">
          <a:solidFill>
            <a:schemeClr val="bg1"/>
          </a:solidFill>
          <a:headEnd type="none" w="med" len="med"/>
          <a:tailEnd type="none" w="med" len="med"/>
        </a:ln>
        <a:effectLst/>
      </a:spPr>
      <a:bodyPr vert="horz" wrap="square" lIns="36000" tIns="36000" rIns="36000" bIns="36000" numCol="1" rtlCol="0" anchor="t" anchorCtr="0" compatLnSpc="1">
        <a:prstTxWarp prst="textNoShape">
          <a:avLst/>
        </a:prstTxWarp>
      </a:bodyPr>
      <a:lstStyle>
        <a:defPPr marL="0" marR="0" indent="0" algn="l" defTabSz="914400" rtl="0" eaLnBrk="1" fontAlgn="base" latinLnBrk="0" hangingPunct="1">
          <a:lnSpc>
            <a:spcPct val="90000"/>
          </a:lnSpc>
          <a:spcBef>
            <a:spcPct val="0"/>
          </a:spcBef>
          <a:spcAft>
            <a:spcPct val="0"/>
          </a:spcAft>
          <a:buClrTx/>
          <a:buSzTx/>
          <a:buFontTx/>
          <a:buNone/>
          <a:tabLst/>
          <a:defRPr kumimoji="0" sz="2000" b="0" i="0" u="none" strike="noStrike" cap="none" normalizeH="0" baseline="0" dirty="0" smtClean="0">
            <a:ln>
              <a:noFill/>
            </a:ln>
            <a:solidFill>
              <a:srgbClr val="191919"/>
            </a:solidFill>
            <a:effectLst/>
            <a:latin typeface="Arial" pitchFamily="34" charset="0"/>
          </a:defRPr>
        </a:defPPr>
      </a:lstStyle>
      <a:style>
        <a:lnRef idx="2">
          <a:schemeClr val="accent6"/>
        </a:lnRef>
        <a:fillRef idx="1">
          <a:schemeClr val="lt1"/>
        </a:fillRef>
        <a:effectRef idx="0">
          <a:schemeClr val="accent6"/>
        </a:effectRef>
        <a:fontRef idx="minor">
          <a:schemeClr val="dk1"/>
        </a:fontRef>
      </a:style>
    </a:spDef>
    <a:lnDef>
      <a:spPr bwMode="auto">
        <a:ln w="19050">
          <a:solidFill>
            <a:schemeClr val="bg1"/>
          </a:solidFill>
          <a:headEnd type="none" w="med" len="med"/>
          <a:tailEnd type="none" w="med" len="med"/>
        </a:ln>
        <a:effectLst/>
      </a:spPr>
      <a:bodyPr/>
      <a:lstStyle/>
      <a:style>
        <a:lnRef idx="1">
          <a:schemeClr val="dk1"/>
        </a:lnRef>
        <a:fillRef idx="0">
          <a:schemeClr val="dk1"/>
        </a:fillRef>
        <a:effectRef idx="0">
          <a:schemeClr val="dk1"/>
        </a:effectRef>
        <a:fontRef idx="minor">
          <a:schemeClr val="tx1"/>
        </a:fontRef>
      </a:style>
    </a:lnDef>
    <a:txDef>
      <a:spPr>
        <a:noFill/>
      </a:spPr>
      <a:bodyPr wrap="square" rtlCol="0">
        <a:spAutoFit/>
      </a:bodyPr>
      <a:lstStyle>
        <a:defPPr>
          <a:defRPr sz="1400" dirty="0" smtClean="0">
            <a:solidFill>
              <a:schemeClr val="bg1"/>
            </a:solidFill>
            <a:latin typeface="Arial" charset="0"/>
            <a:ea typeface="Arial" charset="0"/>
            <a:cs typeface="Arial" charset="0"/>
          </a:defRPr>
        </a:defPPr>
      </a:lstStyle>
    </a:txDef>
  </a:objectDefaults>
  <a:extraClrSchemeLst/>
  <a:custClrLst>
    <a:custClr name="Magenta 100">
      <a:srgbClr val="2A0A18"/>
    </a:custClr>
    <a:custClr name="Magenta 90">
      <a:srgbClr val="510224"/>
    </a:custClr>
    <a:custClr name="Magenta 80">
      <a:srgbClr val="740937"/>
    </a:custClr>
    <a:custClr name="Magenta 70">
      <a:srgbClr val="9F1853"/>
    </a:custClr>
    <a:custClr name="Magenta 60">
      <a:srgbClr val="D12771"/>
    </a:custClr>
    <a:custClr name="Magenta 50">
      <a:srgbClr val="EE5396"/>
    </a:custClr>
    <a:custClr name="Magenta 40">
      <a:srgbClr val="FF7EB6"/>
    </a:custClr>
    <a:custClr name="Magenta 30">
      <a:srgbClr val="FFAFD2"/>
    </a:custClr>
    <a:custClr name="Magenta 20">
      <a:srgbClr val="FFD6E8"/>
    </a:custClr>
    <a:custClr name="Magenta 10">
      <a:srgbClr val="FFF0F7"/>
    </a:custClr>
    <a:custClr name="Purple 100">
      <a:srgbClr val="1C0F30"/>
    </a:custClr>
    <a:custClr name="Purple 90">
      <a:srgbClr val="31135E"/>
    </a:custClr>
    <a:custClr name="Purple 80">
      <a:srgbClr val="491D8B"/>
    </a:custClr>
    <a:custClr name="Purple 70">
      <a:srgbClr val="6929C4"/>
    </a:custClr>
    <a:custClr name="Purple 60">
      <a:srgbClr val="8A3FFC"/>
    </a:custClr>
    <a:custClr name="Purple 50">
      <a:srgbClr val="A56EFF"/>
    </a:custClr>
    <a:custClr name="Purple 40">
      <a:srgbClr val="BE95FF"/>
    </a:custClr>
    <a:custClr name="Purple 30">
      <a:srgbClr val="D4BBFF"/>
    </a:custClr>
    <a:custClr name="Purple 20">
      <a:srgbClr val="E8DAFF"/>
    </a:custClr>
    <a:custClr name="Purple 10">
      <a:srgbClr val="F6F2FF"/>
    </a:custClr>
    <a:custClr name="Blue 100">
      <a:srgbClr val="001141"/>
    </a:custClr>
    <a:custClr name="Blue 90">
      <a:srgbClr val="001D6C"/>
    </a:custClr>
    <a:custClr name="Blue 80">
      <a:srgbClr val="002D9C"/>
    </a:custClr>
    <a:custClr name="Blue 70">
      <a:srgbClr val="0043CE"/>
    </a:custClr>
    <a:custClr name="Blue 60">
      <a:srgbClr val="0F62FE"/>
    </a:custClr>
    <a:custClr name="Blue 50">
      <a:srgbClr val="4589FF"/>
    </a:custClr>
    <a:custClr name="Blue 40">
      <a:srgbClr val="78A9FF"/>
    </a:custClr>
    <a:custClr name="Blue 30">
      <a:srgbClr val="A6C8FF"/>
    </a:custClr>
    <a:custClr name="Blue 20">
      <a:srgbClr val="D0E2FF"/>
    </a:custClr>
    <a:custClr name="Blue 10">
      <a:srgbClr val="EDF5FF"/>
    </a:custClr>
    <a:custClr name="Teal 100">
      <a:srgbClr val="081A1C"/>
    </a:custClr>
    <a:custClr name="Teal 90">
      <a:srgbClr val="022B30"/>
    </a:custClr>
    <a:custClr name="Teal 80">
      <a:srgbClr val="004548"/>
    </a:custClr>
    <a:custClr name="Teal 70">
      <a:srgbClr val="005D5D"/>
    </a:custClr>
    <a:custClr name="Teal 60">
      <a:srgbClr val="007D79"/>
    </a:custClr>
    <a:custClr name="Teal 50">
      <a:srgbClr val="009C98"/>
    </a:custClr>
    <a:custClr name="Teal 40">
      <a:srgbClr val="08BDBA"/>
    </a:custClr>
    <a:custClr name="Teal 30">
      <a:srgbClr val="3DDBD9"/>
    </a:custClr>
    <a:custClr name="Teal 20">
      <a:srgbClr val="9EF0F0"/>
    </a:custClr>
    <a:custClr name="Teal 10">
      <a:srgbClr val="D9FBFB"/>
    </a:custClr>
    <a:custClr name="Gray 100">
      <a:srgbClr val="161616"/>
    </a:custClr>
    <a:custClr name="Gray 90">
      <a:srgbClr val="262626"/>
    </a:custClr>
    <a:custClr name="Gray 80">
      <a:srgbClr val="393939"/>
    </a:custClr>
    <a:custClr name="Gray 70">
      <a:srgbClr val="525252"/>
    </a:custClr>
    <a:custClr name="Gray 60">
      <a:srgbClr val="6F6F6F"/>
    </a:custClr>
    <a:custClr name="Gray 50">
      <a:srgbClr val="8D8D8D"/>
    </a:custClr>
    <a:custClr name="Gray 40">
      <a:srgbClr val="A8A8A8"/>
    </a:custClr>
    <a:custClr name="Gray 30">
      <a:srgbClr val="C6C6C6"/>
    </a:custClr>
    <a:custClr name="Gray 20">
      <a:srgbClr val="E0E0E0"/>
    </a:custClr>
    <a:custClr name="Gray 10">
      <a:srgbClr val="F4F4F4"/>
    </a:custClr>
  </a:custClrLst>
  <a:extLst>
    <a:ext uri="{05A4C25C-085E-4340-85A3-A5531E510DB2}">
      <thm15:themeFamily xmlns:thm15="http://schemas.microsoft.com/office/thememl/2012/main" name="IBM_Master_Presentation_1124_V01_Plex.pptx" id="{80B8559C-7CF0-5B40-975D-B007EC7BCB16}" vid="{15B3B518-7CF1-234E-B76B-F16347DE476D}"/>
    </a:ext>
  </a:extLst>
</a:theme>
</file>

<file path=docProps/app.xml><?xml version="1.0" encoding="utf-8"?>
<Properties xmlns="http://schemas.openxmlformats.org/officeDocument/2006/extended-properties" xmlns:vt="http://schemas.openxmlformats.org/officeDocument/2006/docPropsVTypes">
  <Template/>
  <TotalTime>91</TotalTime>
  <Words>6653</Words>
  <Application>Microsoft Macintosh PowerPoint</Application>
  <PresentationFormat>On-screen Show (16:9)</PresentationFormat>
  <Paragraphs>1058</Paragraphs>
  <Slides>92</Slides>
  <Notes>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92</vt:i4>
      </vt:variant>
    </vt:vector>
  </HeadingPairs>
  <TitlesOfParts>
    <vt:vector size="97" baseType="lpstr">
      <vt:lpstr>Arial</vt:lpstr>
      <vt:lpstr>IBM Plex Sans</vt:lpstr>
      <vt:lpstr>IBM Plex Sans Light</vt:lpstr>
      <vt:lpstr>Wingdings</vt:lpstr>
      <vt:lpstr>IBM Brand Template 2022</vt:lpstr>
      <vt:lpstr>Welcome to the  IBM Consulting  Presentation Template — Arial variant</vt:lpstr>
      <vt:lpstr>About this template</vt:lpstr>
      <vt:lpstr>Master pages</vt:lpstr>
      <vt:lpstr>Master slide type categories</vt:lpstr>
      <vt:lpstr>Background colors</vt:lpstr>
      <vt:lpstr>Guides and grid alignment</vt:lpstr>
      <vt:lpstr>Tick marks</vt:lpstr>
      <vt:lpstr>Color palette</vt:lpstr>
      <vt:lpstr>Theme and custom colors</vt:lpstr>
      <vt:lpstr>Bulleted lists</vt:lpstr>
      <vt:lpstr>Editing footers</vt:lpstr>
      <vt:lpstr>Master presentation template on image background 1, 3 line maximum, sentence case — First Lastname Job Title</vt:lpstr>
      <vt:lpstr>Master presentation template on image background 2, 3 line maximum, sentence case — First Lastname Job Title</vt:lpstr>
      <vt:lpstr>Master presentation template on image background 7, 3 line maximum, sentence case — First Lastname Job Title</vt:lpstr>
      <vt:lpstr>Master presentation template on image background 8, 3 line maximum, sentence case — First Lastname Job Title</vt:lpstr>
      <vt:lpstr>Master presentation template on image background 8, 3 line maximum, sentence case — First Lastname Job Title</vt:lpstr>
      <vt:lpstr>Master presentation template on image background 8, 3 line maximum, sentence case — First Lastname Job Title</vt:lpstr>
      <vt:lpstr>Master presentation template on gray background, 3 line maximum, sentence case — First Lastname Job Title</vt:lpstr>
      <vt:lpstr>Master presentation template on yellow background, 3 line maximum, sentence case — First Lastname Job Title</vt:lpstr>
      <vt:lpstr>Master presentation template on cyan background, 3 line maximum, sentence case — First Lastname Job Title</vt:lpstr>
      <vt:lpstr>Master presentation template on cyan split background, 3 line maximum, sentence case — First Lastname Job Title</vt:lpstr>
      <vt:lpstr>PowerPoint Presentation</vt:lpstr>
      <vt:lpstr>PowerPoint Presentation</vt:lpstr>
      <vt:lpstr>PowerPoint Presentation</vt:lpstr>
      <vt:lpstr>PowerPoint Presentation</vt:lpstr>
      <vt:lpstr>PowerPoint Presentation</vt:lpstr>
      <vt:lpstr>Contents</vt:lpstr>
      <vt:lpstr>Contents</vt:lpstr>
      <vt:lpstr>Part or section divider  with highlighted type</vt:lpstr>
      <vt:lpstr>Part or section divider  with highlighted type</vt:lpstr>
      <vt:lpstr>Section divider with page contents</vt:lpstr>
      <vt:lpstr>Section divider</vt:lpstr>
      <vt:lpstr>Fact with small description acting as headline or title of the page</vt:lpstr>
      <vt:lpstr>Fact with small description acting as headline or title with image</vt:lpstr>
      <vt:lpstr>Go simple and big if possible</vt:lpstr>
      <vt:lpstr>Go simple and big if possible</vt:lpstr>
      <vt:lpstr>“Design is a plan for arranging  elements in such a way as best to accomplish a particular purpose.”  Charles Eames The Information Machine, 1964</vt:lpstr>
      <vt:lpstr>PowerPoint Presentation</vt:lpstr>
      <vt:lpstr>Text goes here lorem ipsum</vt:lpstr>
      <vt:lpstr>Headline</vt:lpstr>
      <vt:lpstr>Headline</vt:lpstr>
      <vt:lpstr>Headline</vt:lpstr>
      <vt:lpstr>Headline</vt:lpstr>
      <vt:lpstr>Headline</vt:lpstr>
      <vt:lpstr>Headline</vt:lpstr>
      <vt:lpstr>Headline</vt:lpstr>
      <vt:lpstr>Headline</vt:lpstr>
      <vt:lpstr>Headline</vt:lpstr>
      <vt:lpstr>Headline</vt:lpstr>
      <vt:lpstr>Lorem ipsum dolor sit amet donec quam felis ultricies nec eu pellentesque pretium quis sem. Nulla consequat massa quis enim. </vt:lpstr>
      <vt:lpstr>Lorem ipsum dolor sit amet donec quam felis ultricies</vt:lpstr>
      <vt:lpstr>Boxes (4 tall)</vt:lpstr>
      <vt:lpstr>Headline</vt:lpstr>
      <vt:lpstr>Combined pie charts (unlabeled)</vt:lpstr>
      <vt:lpstr>Table</vt:lpstr>
      <vt:lpstr>Simplified pie chart (unlabeled)</vt:lpstr>
      <vt:lpstr>Case study (option 1)</vt:lpstr>
      <vt:lpstr>Case study (option 2)</vt:lpstr>
      <vt:lpstr>The team</vt:lpstr>
      <vt:lpstr>Thank you</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IBM sign-off</vt:lpstr>
      <vt:lpstr>Organizational chart</vt:lpstr>
      <vt:lpstr>Proposed client project structure</vt:lpstr>
      <vt:lpstr>Value tree</vt:lpstr>
      <vt:lpstr>Value tree (complex)</vt:lpstr>
      <vt:lpstr>Graph template</vt:lpstr>
      <vt:lpstr>RACI table</vt:lpstr>
      <vt:lpstr>Portfolio matrix</vt:lpstr>
      <vt:lpstr>Strategy overview</vt:lpstr>
      <vt:lpstr>Combined pie charts (unlabeled)</vt:lpstr>
      <vt:lpstr>Simplified pie chart (unlabeled)</vt:lpstr>
      <vt:lpstr>Opportunity prioritization matrix</vt:lpstr>
      <vt:lpstr>Performance health check framework</vt:lpstr>
      <vt:lpstr>Stacked 3-layer  pyramid </vt:lpstr>
      <vt:lpstr>Stacked 3-layer  pyramid with list</vt:lpstr>
      <vt:lpstr>Puzzle piece detail  (stacked)</vt:lpstr>
      <vt:lpstr>Puzzle piece detail  (horizontal)</vt:lpstr>
      <vt:lpstr>World (editable)</vt:lpstr>
      <vt:lpstr>World (editable with  location markers)</vt:lpstr>
      <vt:lpstr>Color palette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Welcome to the  IBM Presentation Template — Arial variant</dc:title>
  <dc:creator>Lucas Souza</dc:creator>
  <cp:lastModifiedBy>Katie Andresen</cp:lastModifiedBy>
  <cp:revision>9</cp:revision>
  <cp:lastPrinted>2019-04-25T15:14:05Z</cp:lastPrinted>
  <dcterms:created xsi:type="dcterms:W3CDTF">2022-03-31T19:33:22Z</dcterms:created>
  <dcterms:modified xsi:type="dcterms:W3CDTF">2022-04-01T00:26:21Z</dcterms:modified>
</cp:coreProperties>
</file>