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Modalities Test Deck</a:t>
            </a:r>
          </a:p>
          <a:p>
            <a:r>
              <a:t>Verifying all five new layout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One: Customer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performance across the programme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93% of sprint goals delivered on time</a:t>
            </a:r>
          </a:p>
          <a:p>
            <a:pPr>
              <a:buChar char="•"/>
            </a:pPr>
            <a:r>
              <a:t>Zero critical defects at Beta launch</a:t>
            </a:r>
          </a:p>
          <a:p>
            <a:pPr>
              <a:buChar char="•"/>
            </a:pPr>
            <a:r>
              <a:t>14 services migrated in first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principles underpinning our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bring the scale and the local knowledge that NRW needs</a:t>
            </a:r>
          </a:p>
          <a:p>
            <a:r>
              <a:t>— NRW Programme Sponsor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Questions and discussion welcome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