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Spreadsheet logic can move into Fabric without losing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manual spreadsheet process was becoming difficult to scale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Business logic sat inside spreadsheets rather than a managed execution layer</a:t>
            </a:r>
          </a:p>
          <a:p>
            <a:pPr>
              <a:buChar char="•"/>
            </a:pPr>
            <a:r>
              <a:t>Files required manual handling before they could enter the data platform</a:t>
            </a:r>
          </a:p>
          <a:p>
            <a:pPr>
              <a:buChar char="•"/>
            </a:pPr>
            <a:r>
              <a:t>Auditability and repeatability were weaker than the target operating model required</a:t>
            </a:r>
          </a:p>
          <a:p>
            <a:pPr>
              <a:buChar char="•"/>
            </a:pPr>
            <a:r>
              <a:t>The key question was whether Fabric notebooks could preserve the logic while improving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PoC had to prove both logic fidelity and platform fit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Translate spreadsheet logic into Python notebooks accurately</a:t>
            </a:r>
          </a:p>
          <a:p>
            <a:pPr>
              <a:buChar char="•"/>
            </a:pPr>
            <a:r>
              <a:t>Run the process cleanly inside a Fabric and lakehouse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Improve repeatability across ingestion and execution</a:t>
            </a:r>
          </a:p>
          <a:p>
            <a:pPr>
              <a:buChar char="•"/>
            </a:pPr>
            <a:r>
              <a:t>Strengthen visibility without adding unnecessary complexity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Several paths existed, but only one balanced control and repeatability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The decision was not whether change was possible</a:t>
            </a:r>
          </a:p>
          <a:p>
            <a:pPr>
              <a:buChar char="•"/>
            </a:pPr>
            <a:r>
              <a:t>It was which execution model created the strongest operational footing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Retain spreadsheet execution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Automate around the spreadsheet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Translate logic into Fabric notebooks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chosen approach moved logic into Python notebooks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spreadsheet was treated as logic to be translated rather than simply automated around</a:t>
            </a:r>
          </a:p>
          <a:p>
            <a:pPr>
              <a:buChar char="•"/>
            </a:pPr>
            <a:r>
              <a:t>Fabric notebooks became the execution surface for that logic</a:t>
            </a:r>
          </a:p>
          <a:p>
            <a:pPr>
              <a:buChar char="•"/>
            </a:pPr>
            <a:r>
              <a:t>The surrounding flow was designed to support controlled ingestion into the lakehouse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spreadsheet ingestion and notebook execution in Fabric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Files move through a controlled ingestion path</a:t>
            </a:r>
          </a:p>
          <a:p>
            <a:pPr>
              <a:buChar char="•"/>
            </a:pPr>
            <a:r>
              <a:t>Python notebooks execute the translated business logic inside Fabric</a:t>
            </a:r>
          </a:p>
          <a:p>
            <a:pPr>
              <a:buChar char="•"/>
            </a:pPr>
            <a:r>
              <a:t>Outputs land in the lakehouse for reporting and downstream reasoning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ampl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78230"/>
            <a:ext cx="448056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PoC proved the logic could move into Fabric cleanly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notebook pattern was workable, governed and better aligned to repeatable processing.</a:t>
            </a:r>
          </a:p>
          <a:p>
            <a:pPr>
              <a:buChar char="•"/>
            </a:pPr>
            <a:r>
              <a:t>Spreadsheet logic translated successfully into Python notebooks</a:t>
            </a:r>
          </a:p>
          <a:p>
            <a:pPr>
              <a:buChar char="•"/>
            </a:pPr>
            <a:r>
              <a:t>Fabric operated effectively as the execution layer</a:t>
            </a:r>
          </a:p>
          <a:p>
            <a:pPr>
              <a:buChar char="•"/>
            </a:pPr>
            <a:r>
              <a:t>The pattern created a stronger footing for automation and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ampl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78230"/>
            <a:ext cx="448056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main lessons were about process discipline and dependency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harder problem was surfacing implicit spreadsheet assumptions, not notebook execution</a:t>
            </a:r>
          </a:p>
          <a:p>
            <a:pPr>
              <a:buChar char="•"/>
            </a:pPr>
            <a:r>
              <a:t>Human intervention still mattered at the ingestion boundary where source quality varied</a:t>
            </a:r>
          </a:p>
          <a:p>
            <a:pPr>
              <a:buChar char="•"/>
            </a:pPr>
            <a:r>
              <a:t>Folder and metadata handling mattered more than expected in making the flow reliable</a:t>
            </a:r>
          </a:p>
          <a:p>
            <a:pPr>
              <a:buChar char="•"/>
            </a:pPr>
            <a:r>
              <a:t>A controlled trigger point was better than forcing full end-to-end automation too early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result supports a move to platform-managed execution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logic no longer needs to remain trapped inside a manually operated spreadsheet</a:t>
            </a:r>
          </a:p>
          <a:p>
            <a:pPr>
              <a:buChar char="•"/>
            </a:pPr>
            <a:r>
              <a:t>Fabric can act as both an execution environment and a bridge into more governed data handling</a:t>
            </a:r>
          </a:p>
          <a:p>
            <a:pPr>
              <a:buChar char="•"/>
            </a:pPr>
            <a:r>
              <a:t>Future automation should focus on reliable ingestion conditions rather than forced autonomy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next step is to operationalise the pattern properly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