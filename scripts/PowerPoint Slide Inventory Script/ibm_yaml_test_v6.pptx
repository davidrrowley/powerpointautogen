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Spreadsheet logic can move into Fabric without losing 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manual spreadsheet process was becoming difficult to scale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Business logic was embedded in spreadsheets rather than a managed execution layer</a:t>
            </a:r>
          </a:p>
          <a:p>
            <a:pPr>
              <a:buChar char="•"/>
            </a:pPr>
            <a:r>
              <a:t>The process depended on manual handling before files could move into the data platform</a:t>
            </a:r>
          </a:p>
          <a:p>
            <a:pPr>
              <a:buChar char="•"/>
            </a:pPr>
            <a:r>
              <a:t>Auditability and repeatability were weaker than the target operating model required</a:t>
            </a:r>
          </a:p>
          <a:p>
            <a:pPr>
              <a:buChar char="•"/>
            </a:pPr>
            <a:r>
              <a:t>The question was whether Fabric notebooks could preserve the logic while improving control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had to prove both logic fidelity and platform fit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Can the spreadsheet logic be translated into Python notebooks accurately?</a:t>
            </a:r>
          </a:p>
          <a:p>
            <a:pPr>
              <a:buChar char="•"/>
            </a:pPr>
            <a:r>
              <a:t>Can the resulting process operate cleanly inside a Fabric and lakehouse pattern?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Can ingestion and downstream reasoning be made more repeatable?</a:t>
            </a:r>
          </a:p>
          <a:p>
            <a:pPr>
              <a:buChar char="•"/>
            </a:pPr>
            <a:r>
              <a:t>Can the approach improve observability without adding unnecessary complexity?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Several paths existed, but only one balanced control and repeatability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The real decision was not whether change was possible</a:t>
            </a:r>
          </a:p>
          <a:p>
            <a:pPr>
              <a:buChar char="•"/>
            </a:pPr>
            <a:r>
              <a:t>It was which execution pattern created the strongest operational footing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Keep the spreadsheet as the execution layer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Automate around the spreadsheet but retain its core logic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Move the logic into Fabric notebooks and govern the flow properly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chosen approach moved logic into Python notebooks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spreadsheet process was treated as logic to be translated rather than simply automated around</a:t>
            </a:r>
          </a:p>
          <a:p>
            <a:pPr>
              <a:buChar char="•"/>
            </a:pPr>
            <a:r>
              <a:t>Fabric notebooks became the execution layer for that logic</a:t>
            </a:r>
          </a:p>
          <a:p>
            <a:pPr>
              <a:buChar char="•"/>
            </a:pPr>
            <a:r>
              <a:t>The surrounding flow was designed to support controlled ingestion into the lakehouse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spreadsheet ingestion and notebook execution in Fabric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Files are prepared and moved into a governed ingestion path</a:t>
            </a:r>
          </a:p>
          <a:p>
            <a:pPr>
              <a:buChar char="•"/>
            </a:pPr>
            <a:r>
              <a:t>Python notebooks execute the translated business logic inside Fabric</a:t>
            </a:r>
          </a:p>
          <a:p>
            <a:pPr>
              <a:buChar char="•"/>
            </a:pPr>
            <a:r>
              <a:t>Outputs land in the lakehouse ready for downstream reasoning and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9159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proved the logic could move into Fabric cleanly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A meaningful representation of the spreadsheet process was implemented in Python notebooks</a:t>
            </a:r>
          </a:p>
          <a:p>
            <a:pPr>
              <a:buChar char="•"/>
            </a:pPr>
            <a:r>
              <a:t>The Fabric environment proved viable as the execution surface for the translated logic</a:t>
            </a:r>
          </a:p>
          <a:p>
            <a:pPr>
              <a:buChar char="•"/>
            </a:pPr>
            <a:r>
              <a:t>The resulting pattern aligned better with a repeatable ingestion and processing model</a:t>
            </a:r>
          </a:p>
          <a:p>
            <a:pPr>
              <a:buChar char="•"/>
            </a:pPr>
            <a:r>
              <a:t>The flow created a stronger foundation for later automation and reporting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main lessons were about process discipline and dependency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hard part was not notebook execution but surfacing the implicit assumptions held in the spreadsheet</a:t>
            </a:r>
          </a:p>
          <a:p>
            <a:pPr>
              <a:buChar char="•"/>
            </a:pPr>
            <a:r>
              <a:t>Human intervention remained useful at the ingestion boundary where source quality varied</a:t>
            </a:r>
          </a:p>
          <a:p>
            <a:pPr>
              <a:buChar char="•"/>
            </a:pPr>
            <a:r>
              <a:t>Folder and metadata handling mattered more than expected in making the flow reliable</a:t>
            </a:r>
          </a:p>
          <a:p>
            <a:pPr>
              <a:buChar char="•"/>
            </a:pPr>
            <a:r>
              <a:t>A controlled trigger point was preferable to forcing full end-to-end automation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result supports a move to platform-managed execution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logic no longer needs to remain trapped inside a manually operated spreadsheet</a:t>
            </a:r>
          </a:p>
          <a:p>
            <a:pPr>
              <a:buChar char="•"/>
            </a:pPr>
            <a:r>
              <a:t>Fabric can act as both an execution environment and a bridge into more governed data handling</a:t>
            </a:r>
          </a:p>
          <a:p>
            <a:pPr>
              <a:buChar char="•"/>
            </a:pPr>
            <a:r>
              <a:t>Future automation should focus on reliable ingestion conditions rather than forcing full autonomy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next step is to operationalise the pattern properly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The immediate priority is to move from proof to operational hardening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Refine the ingestion trigger and metadata controls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Harden the notebook pattern for repeatable execution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Extend the lakehouse outputs for downstream reasoning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