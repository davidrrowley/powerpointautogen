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real decision was not whether change was possible</a:t>
            </a:r>
          </a:p>
          <a:p>
            <a:pPr>
              <a:buChar char="•"/>
            </a:pPr>
            <a:r>
              <a:t>It was which execution pattern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Keep spreadsheet execution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Move logic into Fabric notebooks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78230"/>
            <a:ext cx="4480560" cy="2987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notebook pattern was workable, governed and better aligned to repeatable processing.</a:t>
            </a:r>
          </a:p>
          <a:p>
            <a:pPr>
              <a:buChar char="•"/>
            </a:pPr>
            <a:r>
              <a:t>Core spreadsheet logic was represented in Python notebooks</a:t>
            </a:r>
          </a:p>
          <a:p>
            <a:pPr>
              <a:buChar char="•"/>
            </a:pPr>
            <a:r>
              <a:t>Fabric worked as the execution layer</a:t>
            </a:r>
          </a:p>
          <a:p>
            <a:pPr>
              <a:buChar char="•"/>
            </a:pPr>
            <a:r>
              <a:t>The pattern improved the footing for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78230"/>
            <a:ext cx="4480560" cy="2987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immediate priority is to move from proof to operational hardening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Refine ingestion controls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Harden notebook execution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Extend lakehouse outputs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