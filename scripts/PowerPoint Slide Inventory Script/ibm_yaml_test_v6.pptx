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Spreadsheet logic can move into Fabric without losing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manual spreadsheet process was becoming difficult to scale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Business logic was embedded in spreadsheets rather than a managed execution layer</a:t>
            </a:r>
          </a:p>
          <a:p>
            <a:pPr>
              <a:buChar char="•"/>
            </a:pPr>
            <a:r>
              <a:t>The process depended on manual handling before files could move into the data platform</a:t>
            </a:r>
          </a:p>
          <a:p>
            <a:pPr>
              <a:buChar char="•"/>
            </a:pPr>
            <a:r>
              <a:t>Auditability and repeatability were weaker than the target operating model required</a:t>
            </a:r>
          </a:p>
          <a:p>
            <a:pPr>
              <a:buChar char="•"/>
            </a:pPr>
            <a:r>
              <a:t>The question was whether Fabric notebooks could preserve the logic while improving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had to prove both logic fidelity and platform fit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Can the spreadsheet logic be translated into Python notebooks accurately?</a:t>
            </a:r>
          </a:p>
          <a:p>
            <a:pPr>
              <a:buChar char="•"/>
            </a:pPr>
            <a:r>
              <a:t>Can the resulting process operate cleanly inside a Fabric and lakehouse pattern?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Can ingestion and downstream reasoning be made more repeatable?</a:t>
            </a:r>
          </a:p>
          <a:p>
            <a:pPr>
              <a:buChar char="•"/>
            </a:pPr>
            <a:r>
              <a:t>Can the approach improve observability without adding unnecessary complexity?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Several paths existed, but only one balanced control and repeatability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The real decision was not whether change was possible</a:t>
            </a:r>
          </a:p>
          <a:p>
            <a:pPr>
              <a:buChar char="•"/>
            </a:pPr>
            <a:r>
              <a:t>It was which execution pattern created the strongest operational footing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Keep spreadsheet execution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Automate around the spreadsheet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Move logic into Fabric notebooks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chosen approach moved logic into Python notebooks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spreadsheet process was treated as logic to be translated rather than simply automated around</a:t>
            </a:r>
          </a:p>
          <a:p>
            <a:pPr>
              <a:buChar char="•"/>
            </a:pPr>
            <a:r>
              <a:t>Fabric notebooks became the execution layer for that logic</a:t>
            </a:r>
          </a:p>
          <a:p>
            <a:pPr>
              <a:buChar char="•"/>
            </a:pPr>
            <a:r>
              <a:t>The surrounding flow was designed to support controlled ingestion into the lakehouse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spreadsheet ingestion and notebook execution in Fabric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Files are prepared and moved into a governed ingestion path</a:t>
            </a:r>
          </a:p>
          <a:p>
            <a:pPr>
              <a:buChar char="•"/>
            </a:pPr>
            <a:r>
              <a:t>Python notebooks execute the translated business logic inside Fabric</a:t>
            </a:r>
          </a:p>
          <a:p>
            <a:pPr>
              <a:buChar char="•"/>
            </a:pPr>
            <a:r>
              <a:t>Outputs land in the lakehouse ready for downstream reasoning and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ampl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08710"/>
            <a:ext cx="43891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proved the logic could move into Fabric cleanly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notebook pattern was workable, governed and better aligned to repeatable processing.</a:t>
            </a:r>
          </a:p>
          <a:p>
            <a:pPr>
              <a:buChar char="•"/>
            </a:pPr>
            <a:r>
              <a:t>Core spreadsheet logic was represented in Python notebooks</a:t>
            </a:r>
          </a:p>
          <a:p>
            <a:pPr>
              <a:buChar char="•"/>
            </a:pPr>
            <a:r>
              <a:t>Fabric worked as the execution layer</a:t>
            </a:r>
          </a:p>
          <a:p>
            <a:pPr>
              <a:buChar char="•"/>
            </a:pPr>
            <a:r>
              <a:t>The pattern improved the footing for automation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main lessons were about process discipline and dependency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hard part was not notebook execution but surfacing the implicit assumptions held in the spreadsheet</a:t>
            </a:r>
          </a:p>
          <a:p>
            <a:pPr>
              <a:buChar char="•"/>
            </a:pPr>
            <a:r>
              <a:t>Human intervention remained useful at the ingestion boundary where source quality varied</a:t>
            </a:r>
          </a:p>
          <a:p>
            <a:pPr>
              <a:buChar char="•"/>
            </a:pPr>
            <a:r>
              <a:t>Folder and metadata handling mattered more than expected in making the flow reliable</a:t>
            </a:r>
          </a:p>
          <a:p>
            <a:pPr>
              <a:buChar char="•"/>
            </a:pPr>
            <a:r>
              <a:t>A controlled trigger point was preferable to forcing full end-to-end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result supports a move to platform-managed execution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logic no longer needs to remain trapped inside a manually operated spreadsheet</a:t>
            </a:r>
          </a:p>
          <a:p>
            <a:pPr>
              <a:buChar char="•"/>
            </a:pPr>
            <a:r>
              <a:t>Fabric can act as both an execution environment and a bridge into more governed data handling</a:t>
            </a:r>
          </a:p>
          <a:p>
            <a:pPr>
              <a:buChar char="•"/>
            </a:pPr>
            <a:r>
              <a:t>Future automation should focus on reliable ingestion conditions rather than forcing full autonomy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next step is to operationalise the pattern properly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The immediate priority is to move from proof to operational hardening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Refine ingestion controls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Harden notebook execution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Extend lakehouse 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