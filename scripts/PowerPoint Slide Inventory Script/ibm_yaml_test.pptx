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PoC slide generation can preserve narrative clarity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PoC slide creation introduces inconsistency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Narrative structure varies between engagements</a:t>
            </a:r>
          </a:p>
          <a:p>
            <a:pPr/>
            <a:r>
              <a:t>Slides often become overly text dense</a:t>
            </a:r>
          </a:p>
          <a:p>
            <a:pPr/>
            <a:r>
              <a:t>Formatting effort distracts from reasoning</a:t>
            </a:r>
          </a:p>
          <a:p>
            <a:pPr/>
            <a:r>
              <a:t>A repeatable structure would improve clarity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must prove both narrative discipline and technical feasibility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Can a PoC narrative arc be expressed as structured data?</a:t>
            </a:r>
          </a:p>
          <a:p>
            <a:pPr/>
            <a:r>
              <a:t>Can titles and bullets be constrained automatically?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Can PowerPoint templates be inspected reliably?</a:t>
            </a:r>
          </a:p>
          <a:p>
            <a:pPr/>
            <a:r>
              <a:t>Can layouts be populated deterministically from Python?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chosen approach separates reasoning, rendering and template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Narrative intent is defined in structured YAML</a:t>
            </a:r>
          </a:p>
          <a:p>
            <a:pPr/>
            <a:r>
              <a:t>The renderer maps modalities to approved layouts</a:t>
            </a:r>
          </a:p>
          <a:p>
            <a:pPr/>
            <a:r>
              <a:t>The template enforces visual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narrative-driven slide generation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Narrative arc expressed as structured input</a:t>
            </a:r>
          </a:p>
          <a:p>
            <a:pPr/>
            <a:r>
              <a:t>AI generates constrained slide content</a:t>
            </a:r>
          </a:p>
          <a:p>
            <a:pPr/>
            <a:r>
              <a:t>Template layouts enforce spatial discipline</a:t>
            </a:r>
          </a:p>
        </p:txBody>
      </p:sp>
      <p:pic>
        <p:nvPicPr>
          <p:cNvPr id="4" name="Picture Placeholder 3" descr="example_architectur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20370" r="20370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mechanics are now proven, but image handling and modality growth remain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Template conversion from POTX to PPTX works locally</a:t>
            </a:r>
          </a:p>
          <a:p>
            <a:pPr/>
            <a:r>
              <a:t>IBM placeholder mappings are now reliable</a:t>
            </a:r>
          </a:p>
          <a:p>
            <a:pPr/>
            <a:r>
              <a:t>Picture insertion requires controlled image sizing</a:t>
            </a:r>
          </a:p>
          <a:p>
            <a:pPr/>
            <a:r>
              <a:t>The next step is to expand modality coverage carefully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generator can now evolve independently of the visual theme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Narrative structure is no longer tied directly to IBM layout names</a:t>
            </a:r>
          </a:p>
          <a:p>
            <a:pPr/>
            <a:r>
              <a:t>The same modalities could later map to Microsoft-themed layouts</a:t>
            </a:r>
          </a:p>
          <a:p>
            <a:pPr/>
            <a:r>
              <a:t>Claude can generate content without needing PowerPoint awareness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next phase is to formalise schema and extend supported slide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Add evidence and results modality</a:t>
            </a:r>
          </a:p>
          <a:p>
            <a:pPr/>
            <a:r>
              <a:t>Add options considered modality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Define a proper JSON or YAML schema</a:t>
            </a:r>
          </a:p>
          <a:p>
            <a:pPr/>
            <a:r>
              <a:t>Introduce validation for text density and image sizing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