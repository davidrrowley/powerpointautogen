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Proposal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stages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Proposals must include all information required for early assessment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Proposals must meet NRW submission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Submit in accordance with the instructions and timetable in the ISIP</a:t>
            </a:r>
          </a:p>
          <a:p>
            <a:pPr>
              <a:buChar char="•"/>
            </a:pPr>
            <a:r>
              <a:t>Include all information required to enable early assessment by NRW and dialogue</a:t>
            </a:r>
          </a:p>
          <a:p>
            <a:pPr>
              <a:buChar char="•"/>
            </a:pPr>
            <a:r>
              <a:t>Initial Proposals will not be evaluated or scored</a:t>
            </a:r>
          </a:p>
          <a:p>
            <a:pPr>
              <a:buChar char="•"/>
            </a:pPr>
            <a:r>
              <a:t>NRW may give feedback to suppliers following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Presentations provide an opportunity for suppliers to demonstrate readiness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Clarify elements of their initial proposal</a:t>
            </a:r>
          </a:p>
          <a:p>
            <a:pPr>
              <a:buChar char="•"/>
            </a:pPr>
            <a:r>
              <a:t>Demonstrate understanding of the requirement</a:t>
            </a:r>
          </a:p>
          <a:p>
            <a:pPr>
              <a:buChar char="•"/>
            </a:pPr>
            <a:r>
              <a:t>Present their delivery approach and capability</a:t>
            </a:r>
          </a:p>
          <a:p>
            <a:pPr>
              <a:buChar char="•"/>
            </a:pPr>
            <a:r>
              <a:t>Presentations will not be evaluated or scored — NRW may give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Following presentations, NRW may undertake dialogue or negotiation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Technical, commercial or legal dialogue to refine proposals</a:t>
            </a:r>
          </a:p>
          <a:p>
            <a:pPr>
              <a:buChar char="•"/>
            </a:pPr>
            <a:r>
              <a:t>Allow NRW to consider refinement of the procurement process and evaluation criteria</a:t>
            </a:r>
          </a:p>
          <a:p>
            <a:pPr>
              <a:buChar char="•"/>
            </a:pPr>
            <a:r>
              <a:t>Clarify assumptions or discuss draft contractual terms</a:t>
            </a:r>
          </a:p>
          <a:p>
            <a:pPr>
              <a:buChar char="•"/>
            </a:pPr>
            <a:r>
              <a:t>Dialogue will be proportionate and conducted consistently for all suppliers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principles governing the dialogue stage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NRW may hold more than one round of dialogue where this is considered beneficial</a:t>
            </a:r>
          </a:p>
          <a:p>
            <a:pPr>
              <a:buChar char="•"/>
            </a:pPr>
            <a:r>
              <a:t>Any changes to requirements or documentation will be communicated to all suppliers simultaneously through the portal</a:t>
            </a:r>
          </a:p>
          <a:p>
            <a:pPr>
              <a:buChar char="•"/>
            </a:pPr>
            <a:r>
              <a:t>NRW may choose to adjust or waive the presentation or dialogue stages where not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Proposal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